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91" r:id="rId4"/>
  </p:sldMasterIdLst>
  <p:notesMasterIdLst>
    <p:notesMasterId r:id="rId42"/>
  </p:notesMasterIdLst>
  <p:handoutMasterIdLst>
    <p:handoutMasterId r:id="rId43"/>
  </p:handoutMasterIdLst>
  <p:sldIdLst>
    <p:sldId id="272" r:id="rId5"/>
    <p:sldId id="262" r:id="rId6"/>
    <p:sldId id="275" r:id="rId7"/>
    <p:sldId id="274" r:id="rId8"/>
    <p:sldId id="291" r:id="rId9"/>
    <p:sldId id="276" r:id="rId10"/>
    <p:sldId id="277" r:id="rId11"/>
    <p:sldId id="278" r:id="rId12"/>
    <p:sldId id="281" r:id="rId13"/>
    <p:sldId id="279" r:id="rId14"/>
    <p:sldId id="282" r:id="rId15"/>
    <p:sldId id="280" r:id="rId16"/>
    <p:sldId id="283" r:id="rId17"/>
    <p:sldId id="284" r:id="rId18"/>
    <p:sldId id="289" r:id="rId19"/>
    <p:sldId id="290" r:id="rId20"/>
    <p:sldId id="288" r:id="rId21"/>
    <p:sldId id="285" r:id="rId22"/>
    <p:sldId id="286" r:id="rId23"/>
    <p:sldId id="287" r:id="rId24"/>
    <p:sldId id="299" r:id="rId25"/>
    <p:sldId id="294" r:id="rId26"/>
    <p:sldId id="301" r:id="rId27"/>
    <p:sldId id="302" r:id="rId28"/>
    <p:sldId id="303" r:id="rId29"/>
    <p:sldId id="304" r:id="rId30"/>
    <p:sldId id="305" r:id="rId31"/>
    <p:sldId id="307" r:id="rId32"/>
    <p:sldId id="309" r:id="rId33"/>
    <p:sldId id="310" r:id="rId34"/>
    <p:sldId id="311" r:id="rId35"/>
    <p:sldId id="312" r:id="rId36"/>
    <p:sldId id="313" r:id="rId37"/>
    <p:sldId id="308" r:id="rId38"/>
    <p:sldId id="314" r:id="rId39"/>
    <p:sldId id="315" r:id="rId40"/>
    <p:sldId id="265"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34" autoAdjust="0"/>
    <p:restoredTop sz="93202" autoAdjust="0"/>
  </p:normalViewPr>
  <p:slideViewPr>
    <p:cSldViewPr snapToGrid="0">
      <p:cViewPr varScale="1">
        <p:scale>
          <a:sx n="117" d="100"/>
          <a:sy n="117" d="100"/>
        </p:scale>
        <p:origin x="120" y="312"/>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99" d="100"/>
          <a:sy n="99" d="100"/>
        </p:scale>
        <p:origin x="3570" y="4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C5BD959-F282-4B17-AA1A-B754F2A20070}" type="doc">
      <dgm:prSet loTypeId="urn:microsoft.com/office/officeart/2005/8/layout/vList5" loCatId="list" qsTypeId="urn:microsoft.com/office/officeart/2005/8/quickstyle/simple1" qsCatId="simple" csTypeId="urn:microsoft.com/office/officeart/2005/8/colors/colorful5" csCatId="colorful" phldr="1"/>
      <dgm:spPr/>
      <dgm:t>
        <a:bodyPr rtlCol="0"/>
        <a:lstStyle/>
        <a:p>
          <a:pPr rtl="0"/>
          <a:endParaRPr lang="en-US"/>
        </a:p>
      </dgm:t>
    </dgm:pt>
    <dgm:pt modelId="{03B6D883-E2E6-42BE-BE8D-D5016F4A5642}">
      <dgm:prSet phldrT="[Text]"/>
      <dgm:spPr/>
      <dgm:t>
        <a:bodyPr rtlCol="0"/>
        <a:lstStyle/>
        <a:p>
          <a:pPr rtl="0"/>
          <a:r>
            <a:rPr lang="en-GB" noProof="0"/>
            <a:t>Load data</a:t>
          </a:r>
        </a:p>
      </dgm:t>
    </dgm:pt>
    <dgm:pt modelId="{D108F484-63D9-4555-8178-76120F598338}" type="parTrans" cxnId="{5B5DE06D-9268-4628-81CB-A1BA096614CC}">
      <dgm:prSet/>
      <dgm:spPr/>
      <dgm:t>
        <a:bodyPr rtlCol="0"/>
        <a:lstStyle/>
        <a:p>
          <a:pPr rtl="0"/>
          <a:endParaRPr lang="en-GB" noProof="0" dirty="0"/>
        </a:p>
      </dgm:t>
    </dgm:pt>
    <dgm:pt modelId="{AF9E9A91-CFAA-4D06-8377-0B33E1C37BE6}" type="sibTrans" cxnId="{5B5DE06D-9268-4628-81CB-A1BA096614CC}">
      <dgm:prSet/>
      <dgm:spPr/>
      <dgm:t>
        <a:bodyPr rtlCol="0"/>
        <a:lstStyle/>
        <a:p>
          <a:pPr rtl="0"/>
          <a:endParaRPr lang="en-GB" noProof="0" dirty="0"/>
        </a:p>
      </dgm:t>
    </dgm:pt>
    <dgm:pt modelId="{968DAD5A-29AB-4A26-BB08-DFA871BCD16D}">
      <dgm:prSet phldrT="[Text]"/>
      <dgm:spPr/>
      <dgm:t>
        <a:bodyPr rtlCol="0"/>
        <a:lstStyle/>
        <a:p>
          <a:pPr rtl="0"/>
          <a:r>
            <a:rPr lang="en-GB" b="0" i="0" u="none" noProof="0" dirty="0"/>
            <a:t>Acquire and load data sets</a:t>
          </a:r>
          <a:endParaRPr lang="en-GB" noProof="0" dirty="0"/>
        </a:p>
      </dgm:t>
    </dgm:pt>
    <dgm:pt modelId="{122F937E-0551-4FAF-8E5D-46A65BE2D772}" type="parTrans" cxnId="{48B8D7DA-9BCC-4849-A188-7CB427F117BB}">
      <dgm:prSet/>
      <dgm:spPr/>
      <dgm:t>
        <a:bodyPr rtlCol="0"/>
        <a:lstStyle/>
        <a:p>
          <a:pPr rtl="0"/>
          <a:endParaRPr lang="en-GB" noProof="0" dirty="0"/>
        </a:p>
      </dgm:t>
    </dgm:pt>
    <dgm:pt modelId="{718E239A-8FFA-4D2B-88BE-4B1DE3514440}" type="sibTrans" cxnId="{48B8D7DA-9BCC-4849-A188-7CB427F117BB}">
      <dgm:prSet/>
      <dgm:spPr/>
      <dgm:t>
        <a:bodyPr rtlCol="0"/>
        <a:lstStyle/>
        <a:p>
          <a:pPr rtl="0"/>
          <a:endParaRPr lang="en-GB" noProof="0" dirty="0"/>
        </a:p>
      </dgm:t>
    </dgm:pt>
    <dgm:pt modelId="{2D58754B-BFD9-4682-A774-0F991A770964}">
      <dgm:prSet phldrT="[Text]"/>
      <dgm:spPr/>
      <dgm:t>
        <a:bodyPr rtlCol="0"/>
        <a:lstStyle/>
        <a:p>
          <a:pPr rtl="0"/>
          <a:r>
            <a:rPr lang="en-GB" noProof="0"/>
            <a:t>Clean</a:t>
          </a:r>
        </a:p>
      </dgm:t>
    </dgm:pt>
    <dgm:pt modelId="{E060E061-29FD-424A-9F68-F12ACDF34158}" type="parTrans" cxnId="{D0CFDA33-D09D-4E4E-BBDA-F557A0476597}">
      <dgm:prSet/>
      <dgm:spPr/>
      <dgm:t>
        <a:bodyPr rtlCol="0"/>
        <a:lstStyle/>
        <a:p>
          <a:pPr rtl="0"/>
          <a:endParaRPr lang="en-GB" noProof="0" dirty="0"/>
        </a:p>
      </dgm:t>
    </dgm:pt>
    <dgm:pt modelId="{C104FFE1-3440-4A64-9D7F-9C425E465746}" type="sibTrans" cxnId="{D0CFDA33-D09D-4E4E-BBDA-F557A0476597}">
      <dgm:prSet/>
      <dgm:spPr/>
      <dgm:t>
        <a:bodyPr rtlCol="0"/>
        <a:lstStyle/>
        <a:p>
          <a:pPr rtl="0"/>
          <a:endParaRPr lang="en-GB" noProof="0" dirty="0"/>
        </a:p>
      </dgm:t>
    </dgm:pt>
    <dgm:pt modelId="{06C0DD75-23E5-4F8C-B205-50FC047F6BB8}">
      <dgm:prSet phldrT="[Text]"/>
      <dgm:spPr/>
      <dgm:t>
        <a:bodyPr rtlCol="0"/>
        <a:lstStyle/>
        <a:p>
          <a:pPr rtl="0"/>
          <a:r>
            <a:rPr lang="en-GB" noProof="0"/>
            <a:t>Explore the data sets, understanding the structure, checking for duplicate records</a:t>
          </a:r>
        </a:p>
      </dgm:t>
    </dgm:pt>
    <dgm:pt modelId="{3DA22EDB-EAA3-44EC-B731-BFC579AAC773}" type="parTrans" cxnId="{DB899FEA-ECF8-4A1C-AD01-3E53C78889D4}">
      <dgm:prSet/>
      <dgm:spPr/>
      <dgm:t>
        <a:bodyPr rtlCol="0"/>
        <a:lstStyle/>
        <a:p>
          <a:pPr rtl="0"/>
          <a:endParaRPr lang="en-GB" noProof="0" dirty="0"/>
        </a:p>
      </dgm:t>
    </dgm:pt>
    <dgm:pt modelId="{8F0AF489-4688-44DD-8F3E-F52E1F0C797D}" type="sibTrans" cxnId="{DB899FEA-ECF8-4A1C-AD01-3E53C78889D4}">
      <dgm:prSet/>
      <dgm:spPr/>
      <dgm:t>
        <a:bodyPr rtlCol="0"/>
        <a:lstStyle/>
        <a:p>
          <a:pPr rtl="0"/>
          <a:endParaRPr lang="en-GB" noProof="0" dirty="0"/>
        </a:p>
      </dgm:t>
    </dgm:pt>
    <dgm:pt modelId="{55E1AA9F-A89E-463A-B26F-60325AECF50F}">
      <dgm:prSet phldrT="[Text]"/>
      <dgm:spPr/>
      <dgm:t>
        <a:bodyPr rtlCol="0"/>
        <a:lstStyle/>
        <a:p>
          <a:pPr rtl="0"/>
          <a:r>
            <a:rPr lang="en-GB" noProof="0"/>
            <a:t>Merge</a:t>
          </a:r>
        </a:p>
      </dgm:t>
    </dgm:pt>
    <dgm:pt modelId="{913F8117-8EB7-4283-A947-9FC99A898B4E}" type="parTrans" cxnId="{77975A01-D9C6-49D2-B5F5-79AF365F0600}">
      <dgm:prSet/>
      <dgm:spPr/>
      <dgm:t>
        <a:bodyPr rtlCol="0"/>
        <a:lstStyle/>
        <a:p>
          <a:pPr rtl="0"/>
          <a:endParaRPr lang="en-GB" noProof="0" dirty="0"/>
        </a:p>
      </dgm:t>
    </dgm:pt>
    <dgm:pt modelId="{56235C5F-85CF-4318-A6B1-70B2C8267E8A}" type="sibTrans" cxnId="{77975A01-D9C6-49D2-B5F5-79AF365F0600}">
      <dgm:prSet/>
      <dgm:spPr/>
      <dgm:t>
        <a:bodyPr rtlCol="0"/>
        <a:lstStyle/>
        <a:p>
          <a:pPr rtl="0"/>
          <a:endParaRPr lang="en-GB" noProof="0" dirty="0"/>
        </a:p>
      </dgm:t>
    </dgm:pt>
    <dgm:pt modelId="{E2A466AE-8D44-4BC8-99B9-DDB4548E4FF1}">
      <dgm:prSet phldrT="[Text]"/>
      <dgm:spPr/>
      <dgm:t>
        <a:bodyPr rtlCol="0"/>
        <a:lstStyle/>
        <a:p>
          <a:pPr rtl="0"/>
          <a:r>
            <a:rPr lang="en-GB" b="0" i="0" u="none" noProof="0"/>
            <a:t>Merge the data sets into one master file. Create new fields where required to simplify the output. </a:t>
          </a:r>
          <a:endParaRPr lang="en-GB" noProof="0"/>
        </a:p>
      </dgm:t>
    </dgm:pt>
    <dgm:pt modelId="{FAA06558-3772-4EE2-AF2F-9EC0DAA3B4CD}" type="parTrans" cxnId="{7A485FFA-22FC-464F-ABBD-8772315114A7}">
      <dgm:prSet/>
      <dgm:spPr/>
      <dgm:t>
        <a:bodyPr rtlCol="0"/>
        <a:lstStyle/>
        <a:p>
          <a:pPr rtl="0"/>
          <a:endParaRPr lang="en-GB" noProof="0" dirty="0"/>
        </a:p>
      </dgm:t>
    </dgm:pt>
    <dgm:pt modelId="{45E61CD4-9E8D-4B5F-9F8B-70FB4F7B67CC}" type="sibTrans" cxnId="{7A485FFA-22FC-464F-ABBD-8772315114A7}">
      <dgm:prSet/>
      <dgm:spPr/>
      <dgm:t>
        <a:bodyPr rtlCol="0"/>
        <a:lstStyle/>
        <a:p>
          <a:pPr rtl="0"/>
          <a:endParaRPr lang="en-GB" noProof="0" dirty="0"/>
        </a:p>
      </dgm:t>
    </dgm:pt>
    <dgm:pt modelId="{CBE8B0BA-D33C-4670-B61B-C0F792F394F3}">
      <dgm:prSet phldrT="[Text]"/>
      <dgm:spPr/>
      <dgm:t>
        <a:bodyPr rtlCol="0"/>
        <a:lstStyle/>
        <a:p>
          <a:pPr rtl="0"/>
          <a:r>
            <a:rPr lang="en-GB" noProof="0"/>
            <a:t>Explore</a:t>
          </a:r>
        </a:p>
      </dgm:t>
    </dgm:pt>
    <dgm:pt modelId="{8088DBE7-3790-46B4-ADA6-5DF261A440D5}" type="parTrans" cxnId="{16A16E06-358F-43B7-BC40-C39CC2FC391D}">
      <dgm:prSet/>
      <dgm:spPr/>
      <dgm:t>
        <a:bodyPr rtlCol="0"/>
        <a:lstStyle/>
        <a:p>
          <a:pPr rtl="0"/>
          <a:endParaRPr lang="en-GB" noProof="0" dirty="0"/>
        </a:p>
      </dgm:t>
    </dgm:pt>
    <dgm:pt modelId="{E5B19AEC-9C2F-40BD-AA32-8EB8495AE1EF}" type="sibTrans" cxnId="{16A16E06-358F-43B7-BC40-C39CC2FC391D}">
      <dgm:prSet/>
      <dgm:spPr/>
      <dgm:t>
        <a:bodyPr rtlCol="0"/>
        <a:lstStyle/>
        <a:p>
          <a:pPr rtl="0"/>
          <a:endParaRPr lang="en-GB" noProof="0" dirty="0"/>
        </a:p>
      </dgm:t>
    </dgm:pt>
    <dgm:pt modelId="{BB224A7A-42D2-4CFD-B880-2ADD7482918E}">
      <dgm:prSet phldrT="[Text]"/>
      <dgm:spPr/>
      <dgm:t>
        <a:bodyPr rtlCol="0"/>
        <a:lstStyle/>
        <a:p>
          <a:pPr rtl="0"/>
          <a:r>
            <a:rPr lang="en-GB" b="0" i="0" u="none" noProof="0" dirty="0"/>
            <a:t>Explore the data set. Check for outliers and missing values. Remove or impute missing values. Convert data type as required.</a:t>
          </a:r>
          <a:endParaRPr lang="en-GB" noProof="0" dirty="0"/>
        </a:p>
      </dgm:t>
    </dgm:pt>
    <dgm:pt modelId="{3111A7F0-3D96-4932-B52E-ED03DB11CD95}" type="parTrans" cxnId="{96BD9581-0DD5-48AB-A7DC-09374D5592A8}">
      <dgm:prSet/>
      <dgm:spPr/>
      <dgm:t>
        <a:bodyPr rtlCol="0"/>
        <a:lstStyle/>
        <a:p>
          <a:pPr rtl="0"/>
          <a:endParaRPr lang="en-GB" noProof="0" dirty="0"/>
        </a:p>
      </dgm:t>
    </dgm:pt>
    <dgm:pt modelId="{D1AE582D-A7ED-4AA7-8B94-27BE6FEB1DE4}" type="sibTrans" cxnId="{96BD9581-0DD5-48AB-A7DC-09374D5592A8}">
      <dgm:prSet/>
      <dgm:spPr/>
      <dgm:t>
        <a:bodyPr rtlCol="0"/>
        <a:lstStyle/>
        <a:p>
          <a:pPr rtl="0"/>
          <a:endParaRPr lang="en-GB" noProof="0" dirty="0"/>
        </a:p>
      </dgm:t>
    </dgm:pt>
    <dgm:pt modelId="{2520C070-1827-4C86-B99B-C78D0E08110F}">
      <dgm:prSet phldrT="[Text]"/>
      <dgm:spPr/>
      <dgm:t>
        <a:bodyPr rtlCol="0"/>
        <a:lstStyle/>
        <a:p>
          <a:pPr rtl="0"/>
          <a:r>
            <a:rPr lang="en-GB" noProof="0"/>
            <a:t>Complete</a:t>
          </a:r>
        </a:p>
      </dgm:t>
    </dgm:pt>
    <dgm:pt modelId="{90265E71-E1E7-4371-9214-5BD7BD68747D}" type="parTrans" cxnId="{F4188F00-56FE-4F36-928A-2DD941A422C1}">
      <dgm:prSet/>
      <dgm:spPr/>
      <dgm:t>
        <a:bodyPr rtlCol="0"/>
        <a:lstStyle/>
        <a:p>
          <a:pPr rtl="0"/>
          <a:endParaRPr lang="en-GB" noProof="0" dirty="0"/>
        </a:p>
      </dgm:t>
    </dgm:pt>
    <dgm:pt modelId="{989F15F3-D53E-4B40-A699-A16693369DEA}" type="sibTrans" cxnId="{F4188F00-56FE-4F36-928A-2DD941A422C1}">
      <dgm:prSet/>
      <dgm:spPr/>
      <dgm:t>
        <a:bodyPr rtlCol="0"/>
        <a:lstStyle/>
        <a:p>
          <a:pPr rtl="0"/>
          <a:endParaRPr lang="en-GB" noProof="0" dirty="0"/>
        </a:p>
      </dgm:t>
    </dgm:pt>
    <dgm:pt modelId="{AEB0F5B5-F6CE-4BA2-B3BF-64C902C34C38}">
      <dgm:prSet phldrT="[Text]"/>
      <dgm:spPr/>
      <dgm:t>
        <a:bodyPr rtlCol="0"/>
        <a:lstStyle/>
        <a:p>
          <a:pPr rtl="0"/>
          <a:r>
            <a:rPr lang="en-GB" b="0" i="0" u="none" noProof="0"/>
            <a:t>Generate initial graphs and preliminary analysis before moving onto phase 2. </a:t>
          </a:r>
          <a:endParaRPr lang="en-GB" noProof="0"/>
        </a:p>
      </dgm:t>
    </dgm:pt>
    <dgm:pt modelId="{F7009F87-1F74-4D8A-8D57-5F2E01A2C4D8}" type="parTrans" cxnId="{BD03FA5B-2B25-49B7-A441-020242D97FEC}">
      <dgm:prSet/>
      <dgm:spPr/>
      <dgm:t>
        <a:bodyPr rtlCol="0"/>
        <a:lstStyle/>
        <a:p>
          <a:pPr rtl="0"/>
          <a:endParaRPr lang="en-GB" noProof="0" dirty="0"/>
        </a:p>
      </dgm:t>
    </dgm:pt>
    <dgm:pt modelId="{A15CF1E4-1865-49A4-A974-BFFE8228C8DC}" type="sibTrans" cxnId="{BD03FA5B-2B25-49B7-A441-020242D97FEC}">
      <dgm:prSet/>
      <dgm:spPr/>
      <dgm:t>
        <a:bodyPr rtlCol="0"/>
        <a:lstStyle/>
        <a:p>
          <a:pPr rtl="0"/>
          <a:endParaRPr lang="en-GB" noProof="0" dirty="0"/>
        </a:p>
      </dgm:t>
    </dgm:pt>
    <dgm:pt modelId="{8C89D3C1-C463-4CA1-B12D-9D1C62A3EB28}" type="pres">
      <dgm:prSet presAssocID="{9C5BD959-F282-4B17-AA1A-B754F2A20070}" presName="Name0" presStyleCnt="0">
        <dgm:presLayoutVars>
          <dgm:dir/>
          <dgm:animLvl val="lvl"/>
          <dgm:resizeHandles val="exact"/>
        </dgm:presLayoutVars>
      </dgm:prSet>
      <dgm:spPr/>
    </dgm:pt>
    <dgm:pt modelId="{14015943-F131-4C81-A489-C21CB62A6089}" type="pres">
      <dgm:prSet presAssocID="{03B6D883-E2E6-42BE-BE8D-D5016F4A5642}" presName="linNode" presStyleCnt="0"/>
      <dgm:spPr/>
    </dgm:pt>
    <dgm:pt modelId="{6B0F4F74-A904-4884-B261-6A60BB8CBAC3}" type="pres">
      <dgm:prSet presAssocID="{03B6D883-E2E6-42BE-BE8D-D5016F4A5642}" presName="parentText" presStyleLbl="node1" presStyleIdx="0" presStyleCnt="5">
        <dgm:presLayoutVars>
          <dgm:chMax val="1"/>
          <dgm:bulletEnabled val="1"/>
        </dgm:presLayoutVars>
      </dgm:prSet>
      <dgm:spPr/>
    </dgm:pt>
    <dgm:pt modelId="{ECC7304C-4C58-464E-916B-7544E74D074A}" type="pres">
      <dgm:prSet presAssocID="{03B6D883-E2E6-42BE-BE8D-D5016F4A5642}" presName="descendantText" presStyleLbl="alignAccFollowNode1" presStyleIdx="0" presStyleCnt="5">
        <dgm:presLayoutVars>
          <dgm:bulletEnabled val="1"/>
        </dgm:presLayoutVars>
      </dgm:prSet>
      <dgm:spPr/>
    </dgm:pt>
    <dgm:pt modelId="{BBF6E861-2CC3-4CFE-AC05-5525ECA6456F}" type="pres">
      <dgm:prSet presAssocID="{AF9E9A91-CFAA-4D06-8377-0B33E1C37BE6}" presName="sp" presStyleCnt="0"/>
      <dgm:spPr/>
    </dgm:pt>
    <dgm:pt modelId="{1E26CAAE-5389-4B6E-B48D-6E363F0EFDBD}" type="pres">
      <dgm:prSet presAssocID="{2D58754B-BFD9-4682-A774-0F991A770964}" presName="linNode" presStyleCnt="0"/>
      <dgm:spPr/>
    </dgm:pt>
    <dgm:pt modelId="{AA692429-9522-4182-9B4A-F8CB6292EF31}" type="pres">
      <dgm:prSet presAssocID="{2D58754B-BFD9-4682-A774-0F991A770964}" presName="parentText" presStyleLbl="node1" presStyleIdx="1" presStyleCnt="5">
        <dgm:presLayoutVars>
          <dgm:chMax val="1"/>
          <dgm:bulletEnabled val="1"/>
        </dgm:presLayoutVars>
      </dgm:prSet>
      <dgm:spPr/>
    </dgm:pt>
    <dgm:pt modelId="{C527C68A-FC60-4C5F-8AB1-79FEC905B6A8}" type="pres">
      <dgm:prSet presAssocID="{2D58754B-BFD9-4682-A774-0F991A770964}" presName="descendantText" presStyleLbl="alignAccFollowNode1" presStyleIdx="1" presStyleCnt="5">
        <dgm:presLayoutVars>
          <dgm:bulletEnabled val="1"/>
        </dgm:presLayoutVars>
      </dgm:prSet>
      <dgm:spPr/>
    </dgm:pt>
    <dgm:pt modelId="{AE1CED88-F598-402A-9542-41BB3AC579F5}" type="pres">
      <dgm:prSet presAssocID="{C104FFE1-3440-4A64-9D7F-9C425E465746}" presName="sp" presStyleCnt="0"/>
      <dgm:spPr/>
    </dgm:pt>
    <dgm:pt modelId="{033C24CF-6775-4E7B-B4A6-15E6E7B4F5F0}" type="pres">
      <dgm:prSet presAssocID="{55E1AA9F-A89E-463A-B26F-60325AECF50F}" presName="linNode" presStyleCnt="0"/>
      <dgm:spPr/>
    </dgm:pt>
    <dgm:pt modelId="{7C0B8FC2-86A7-4592-BE9D-01685E0B3E57}" type="pres">
      <dgm:prSet presAssocID="{55E1AA9F-A89E-463A-B26F-60325AECF50F}" presName="parentText" presStyleLbl="node1" presStyleIdx="2" presStyleCnt="5">
        <dgm:presLayoutVars>
          <dgm:chMax val="1"/>
          <dgm:bulletEnabled val="1"/>
        </dgm:presLayoutVars>
      </dgm:prSet>
      <dgm:spPr/>
    </dgm:pt>
    <dgm:pt modelId="{477F8970-F3A8-439A-BBA7-7C7489302150}" type="pres">
      <dgm:prSet presAssocID="{55E1AA9F-A89E-463A-B26F-60325AECF50F}" presName="descendantText" presStyleLbl="alignAccFollowNode1" presStyleIdx="2" presStyleCnt="5">
        <dgm:presLayoutVars>
          <dgm:bulletEnabled val="1"/>
        </dgm:presLayoutVars>
      </dgm:prSet>
      <dgm:spPr/>
    </dgm:pt>
    <dgm:pt modelId="{A4DCF858-AC50-4D42-9D7E-6B9E82026357}" type="pres">
      <dgm:prSet presAssocID="{56235C5F-85CF-4318-A6B1-70B2C8267E8A}" presName="sp" presStyleCnt="0"/>
      <dgm:spPr/>
    </dgm:pt>
    <dgm:pt modelId="{A2BF444D-2BF9-4F01-A5B5-FD7C8E49386C}" type="pres">
      <dgm:prSet presAssocID="{CBE8B0BA-D33C-4670-B61B-C0F792F394F3}" presName="linNode" presStyleCnt="0"/>
      <dgm:spPr/>
    </dgm:pt>
    <dgm:pt modelId="{817B5369-CCE5-406F-9D4B-E14D0A0E4CF4}" type="pres">
      <dgm:prSet presAssocID="{CBE8B0BA-D33C-4670-B61B-C0F792F394F3}" presName="parentText" presStyleLbl="node1" presStyleIdx="3" presStyleCnt="5">
        <dgm:presLayoutVars>
          <dgm:chMax val="1"/>
          <dgm:bulletEnabled val="1"/>
        </dgm:presLayoutVars>
      </dgm:prSet>
      <dgm:spPr/>
    </dgm:pt>
    <dgm:pt modelId="{A8CFDFFC-3905-4BEF-9B48-6DB08E9D0FDC}" type="pres">
      <dgm:prSet presAssocID="{CBE8B0BA-D33C-4670-B61B-C0F792F394F3}" presName="descendantText" presStyleLbl="alignAccFollowNode1" presStyleIdx="3" presStyleCnt="5">
        <dgm:presLayoutVars>
          <dgm:bulletEnabled val="1"/>
        </dgm:presLayoutVars>
      </dgm:prSet>
      <dgm:spPr/>
    </dgm:pt>
    <dgm:pt modelId="{24ECC4E3-18E9-4B2E-9477-E4C185330988}" type="pres">
      <dgm:prSet presAssocID="{E5B19AEC-9C2F-40BD-AA32-8EB8495AE1EF}" presName="sp" presStyleCnt="0"/>
      <dgm:spPr/>
    </dgm:pt>
    <dgm:pt modelId="{E19574F9-1B4D-4463-9FAB-5CC80C2462FD}" type="pres">
      <dgm:prSet presAssocID="{2520C070-1827-4C86-B99B-C78D0E08110F}" presName="linNode" presStyleCnt="0"/>
      <dgm:spPr/>
    </dgm:pt>
    <dgm:pt modelId="{1906E199-4324-45F8-8CB6-59C6E4081975}" type="pres">
      <dgm:prSet presAssocID="{2520C070-1827-4C86-B99B-C78D0E08110F}" presName="parentText" presStyleLbl="node1" presStyleIdx="4" presStyleCnt="5">
        <dgm:presLayoutVars>
          <dgm:chMax val="1"/>
          <dgm:bulletEnabled val="1"/>
        </dgm:presLayoutVars>
      </dgm:prSet>
      <dgm:spPr/>
    </dgm:pt>
    <dgm:pt modelId="{73F9EC44-C03B-48A9-B479-69E57D5978E8}" type="pres">
      <dgm:prSet presAssocID="{2520C070-1827-4C86-B99B-C78D0E08110F}" presName="descendantText" presStyleLbl="alignAccFollowNode1" presStyleIdx="4" presStyleCnt="5">
        <dgm:presLayoutVars>
          <dgm:bulletEnabled val="1"/>
        </dgm:presLayoutVars>
      </dgm:prSet>
      <dgm:spPr/>
    </dgm:pt>
  </dgm:ptLst>
  <dgm:cxnLst>
    <dgm:cxn modelId="{F4188F00-56FE-4F36-928A-2DD941A422C1}" srcId="{9C5BD959-F282-4B17-AA1A-B754F2A20070}" destId="{2520C070-1827-4C86-B99B-C78D0E08110F}" srcOrd="4" destOrd="0" parTransId="{90265E71-E1E7-4371-9214-5BD7BD68747D}" sibTransId="{989F15F3-D53E-4B40-A699-A16693369DEA}"/>
    <dgm:cxn modelId="{0A71B600-C6CE-4079-A19A-90595ECD36D2}" type="presOf" srcId="{2D58754B-BFD9-4682-A774-0F991A770964}" destId="{AA692429-9522-4182-9B4A-F8CB6292EF31}" srcOrd="0" destOrd="0" presId="urn:microsoft.com/office/officeart/2005/8/layout/vList5"/>
    <dgm:cxn modelId="{77975A01-D9C6-49D2-B5F5-79AF365F0600}" srcId="{9C5BD959-F282-4B17-AA1A-B754F2A20070}" destId="{55E1AA9F-A89E-463A-B26F-60325AECF50F}" srcOrd="2" destOrd="0" parTransId="{913F8117-8EB7-4283-A947-9FC99A898B4E}" sibTransId="{56235C5F-85CF-4318-A6B1-70B2C8267E8A}"/>
    <dgm:cxn modelId="{16A16E06-358F-43B7-BC40-C39CC2FC391D}" srcId="{9C5BD959-F282-4B17-AA1A-B754F2A20070}" destId="{CBE8B0BA-D33C-4670-B61B-C0F792F394F3}" srcOrd="3" destOrd="0" parTransId="{8088DBE7-3790-46B4-ADA6-5DF261A440D5}" sibTransId="{E5B19AEC-9C2F-40BD-AA32-8EB8495AE1EF}"/>
    <dgm:cxn modelId="{8DDDE91D-3D99-481B-ACCF-2CD30DCBEA74}" type="presOf" srcId="{968DAD5A-29AB-4A26-BB08-DFA871BCD16D}" destId="{ECC7304C-4C58-464E-916B-7544E74D074A}" srcOrd="0" destOrd="0" presId="urn:microsoft.com/office/officeart/2005/8/layout/vList5"/>
    <dgm:cxn modelId="{D0CFDA33-D09D-4E4E-BBDA-F557A0476597}" srcId="{9C5BD959-F282-4B17-AA1A-B754F2A20070}" destId="{2D58754B-BFD9-4682-A774-0F991A770964}" srcOrd="1" destOrd="0" parTransId="{E060E061-29FD-424A-9F68-F12ACDF34158}" sibTransId="{C104FFE1-3440-4A64-9D7F-9C425E465746}"/>
    <dgm:cxn modelId="{BD03FA5B-2B25-49B7-A441-020242D97FEC}" srcId="{2520C070-1827-4C86-B99B-C78D0E08110F}" destId="{AEB0F5B5-F6CE-4BA2-B3BF-64C902C34C38}" srcOrd="0" destOrd="0" parTransId="{F7009F87-1F74-4D8A-8D57-5F2E01A2C4D8}" sibTransId="{A15CF1E4-1865-49A4-A974-BFFE8228C8DC}"/>
    <dgm:cxn modelId="{F25BB462-9DFB-4C98-9948-7CE3E95D4021}" type="presOf" srcId="{9C5BD959-F282-4B17-AA1A-B754F2A20070}" destId="{8C89D3C1-C463-4CA1-B12D-9D1C62A3EB28}" srcOrd="0" destOrd="0" presId="urn:microsoft.com/office/officeart/2005/8/layout/vList5"/>
    <dgm:cxn modelId="{4751646D-7135-4BF1-A222-C77A293F2AEC}" type="presOf" srcId="{E2A466AE-8D44-4BC8-99B9-DDB4548E4FF1}" destId="{477F8970-F3A8-439A-BBA7-7C7489302150}" srcOrd="0" destOrd="0" presId="urn:microsoft.com/office/officeart/2005/8/layout/vList5"/>
    <dgm:cxn modelId="{5B5DE06D-9268-4628-81CB-A1BA096614CC}" srcId="{9C5BD959-F282-4B17-AA1A-B754F2A20070}" destId="{03B6D883-E2E6-42BE-BE8D-D5016F4A5642}" srcOrd="0" destOrd="0" parTransId="{D108F484-63D9-4555-8178-76120F598338}" sibTransId="{AF9E9A91-CFAA-4D06-8377-0B33E1C37BE6}"/>
    <dgm:cxn modelId="{23FBED7E-C19F-4CED-A225-601EA1C5A380}" type="presOf" srcId="{55E1AA9F-A89E-463A-B26F-60325AECF50F}" destId="{7C0B8FC2-86A7-4592-BE9D-01685E0B3E57}" srcOrd="0" destOrd="0" presId="urn:microsoft.com/office/officeart/2005/8/layout/vList5"/>
    <dgm:cxn modelId="{96BD9581-0DD5-48AB-A7DC-09374D5592A8}" srcId="{CBE8B0BA-D33C-4670-B61B-C0F792F394F3}" destId="{BB224A7A-42D2-4CFD-B880-2ADD7482918E}" srcOrd="0" destOrd="0" parTransId="{3111A7F0-3D96-4932-B52E-ED03DB11CD95}" sibTransId="{D1AE582D-A7ED-4AA7-8B94-27BE6FEB1DE4}"/>
    <dgm:cxn modelId="{1E89EBBE-B99E-4B76-B125-92F6B2300AF5}" type="presOf" srcId="{06C0DD75-23E5-4F8C-B205-50FC047F6BB8}" destId="{C527C68A-FC60-4C5F-8AB1-79FEC905B6A8}" srcOrd="0" destOrd="0" presId="urn:microsoft.com/office/officeart/2005/8/layout/vList5"/>
    <dgm:cxn modelId="{D1B1D2C0-E17D-4D55-8444-A2CCCB4AB868}" type="presOf" srcId="{CBE8B0BA-D33C-4670-B61B-C0F792F394F3}" destId="{817B5369-CCE5-406F-9D4B-E14D0A0E4CF4}" srcOrd="0" destOrd="0" presId="urn:microsoft.com/office/officeart/2005/8/layout/vList5"/>
    <dgm:cxn modelId="{23C4C8CF-EFA7-4F28-A361-0B01B80F2F33}" type="presOf" srcId="{2520C070-1827-4C86-B99B-C78D0E08110F}" destId="{1906E199-4324-45F8-8CB6-59C6E4081975}" srcOrd="0" destOrd="0" presId="urn:microsoft.com/office/officeart/2005/8/layout/vList5"/>
    <dgm:cxn modelId="{48B8D7DA-9BCC-4849-A188-7CB427F117BB}" srcId="{03B6D883-E2E6-42BE-BE8D-D5016F4A5642}" destId="{968DAD5A-29AB-4A26-BB08-DFA871BCD16D}" srcOrd="0" destOrd="0" parTransId="{122F937E-0551-4FAF-8E5D-46A65BE2D772}" sibTransId="{718E239A-8FFA-4D2B-88BE-4B1DE3514440}"/>
    <dgm:cxn modelId="{AC8A3FE6-B3E8-418D-BB93-042F568A544B}" type="presOf" srcId="{BB224A7A-42D2-4CFD-B880-2ADD7482918E}" destId="{A8CFDFFC-3905-4BEF-9B48-6DB08E9D0FDC}" srcOrd="0" destOrd="0" presId="urn:microsoft.com/office/officeart/2005/8/layout/vList5"/>
    <dgm:cxn modelId="{DB899FEA-ECF8-4A1C-AD01-3E53C78889D4}" srcId="{2D58754B-BFD9-4682-A774-0F991A770964}" destId="{06C0DD75-23E5-4F8C-B205-50FC047F6BB8}" srcOrd="0" destOrd="0" parTransId="{3DA22EDB-EAA3-44EC-B731-BFC579AAC773}" sibTransId="{8F0AF489-4688-44DD-8F3E-F52E1F0C797D}"/>
    <dgm:cxn modelId="{207F06F4-6355-49BF-BCF6-5CAF2B42E562}" type="presOf" srcId="{AEB0F5B5-F6CE-4BA2-B3BF-64C902C34C38}" destId="{73F9EC44-C03B-48A9-B479-69E57D5978E8}" srcOrd="0" destOrd="0" presId="urn:microsoft.com/office/officeart/2005/8/layout/vList5"/>
    <dgm:cxn modelId="{57B347F5-914A-40B3-8539-E336BCF3C982}" type="presOf" srcId="{03B6D883-E2E6-42BE-BE8D-D5016F4A5642}" destId="{6B0F4F74-A904-4884-B261-6A60BB8CBAC3}" srcOrd="0" destOrd="0" presId="urn:microsoft.com/office/officeart/2005/8/layout/vList5"/>
    <dgm:cxn modelId="{7A485FFA-22FC-464F-ABBD-8772315114A7}" srcId="{55E1AA9F-A89E-463A-B26F-60325AECF50F}" destId="{E2A466AE-8D44-4BC8-99B9-DDB4548E4FF1}" srcOrd="0" destOrd="0" parTransId="{FAA06558-3772-4EE2-AF2F-9EC0DAA3B4CD}" sibTransId="{45E61CD4-9E8D-4B5F-9F8B-70FB4F7B67CC}"/>
    <dgm:cxn modelId="{991F5977-7A4A-4CCB-B0C3-449CF3F6A7B8}" type="presParOf" srcId="{8C89D3C1-C463-4CA1-B12D-9D1C62A3EB28}" destId="{14015943-F131-4C81-A489-C21CB62A6089}" srcOrd="0" destOrd="0" presId="urn:microsoft.com/office/officeart/2005/8/layout/vList5"/>
    <dgm:cxn modelId="{71DAB71D-6D58-4C15-B3A9-57A42628EB5C}" type="presParOf" srcId="{14015943-F131-4C81-A489-C21CB62A6089}" destId="{6B0F4F74-A904-4884-B261-6A60BB8CBAC3}" srcOrd="0" destOrd="0" presId="urn:microsoft.com/office/officeart/2005/8/layout/vList5"/>
    <dgm:cxn modelId="{251D41D3-C43B-4676-A00F-E5A4C19992EC}" type="presParOf" srcId="{14015943-F131-4C81-A489-C21CB62A6089}" destId="{ECC7304C-4C58-464E-916B-7544E74D074A}" srcOrd="1" destOrd="0" presId="urn:microsoft.com/office/officeart/2005/8/layout/vList5"/>
    <dgm:cxn modelId="{18BCA208-688F-4D1F-82FF-94A62E75EEA8}" type="presParOf" srcId="{8C89D3C1-C463-4CA1-B12D-9D1C62A3EB28}" destId="{BBF6E861-2CC3-4CFE-AC05-5525ECA6456F}" srcOrd="1" destOrd="0" presId="urn:microsoft.com/office/officeart/2005/8/layout/vList5"/>
    <dgm:cxn modelId="{05E8A560-9476-4E33-9E06-027D2A9BC840}" type="presParOf" srcId="{8C89D3C1-C463-4CA1-B12D-9D1C62A3EB28}" destId="{1E26CAAE-5389-4B6E-B48D-6E363F0EFDBD}" srcOrd="2" destOrd="0" presId="urn:microsoft.com/office/officeart/2005/8/layout/vList5"/>
    <dgm:cxn modelId="{3925DA0E-2597-4484-953C-FD5C7FD10AD9}" type="presParOf" srcId="{1E26CAAE-5389-4B6E-B48D-6E363F0EFDBD}" destId="{AA692429-9522-4182-9B4A-F8CB6292EF31}" srcOrd="0" destOrd="0" presId="urn:microsoft.com/office/officeart/2005/8/layout/vList5"/>
    <dgm:cxn modelId="{EBD3849B-CDD4-468F-B961-15F93E200407}" type="presParOf" srcId="{1E26CAAE-5389-4B6E-B48D-6E363F0EFDBD}" destId="{C527C68A-FC60-4C5F-8AB1-79FEC905B6A8}" srcOrd="1" destOrd="0" presId="urn:microsoft.com/office/officeart/2005/8/layout/vList5"/>
    <dgm:cxn modelId="{C85CC8D4-B227-4AF8-8621-57EEDC97DABF}" type="presParOf" srcId="{8C89D3C1-C463-4CA1-B12D-9D1C62A3EB28}" destId="{AE1CED88-F598-402A-9542-41BB3AC579F5}" srcOrd="3" destOrd="0" presId="urn:microsoft.com/office/officeart/2005/8/layout/vList5"/>
    <dgm:cxn modelId="{24B315F6-CB6D-4BC9-84B2-7E29CF3B5C39}" type="presParOf" srcId="{8C89D3C1-C463-4CA1-B12D-9D1C62A3EB28}" destId="{033C24CF-6775-4E7B-B4A6-15E6E7B4F5F0}" srcOrd="4" destOrd="0" presId="urn:microsoft.com/office/officeart/2005/8/layout/vList5"/>
    <dgm:cxn modelId="{6E86CD69-6BBF-4E32-9599-1DE11A0BE84A}" type="presParOf" srcId="{033C24CF-6775-4E7B-B4A6-15E6E7B4F5F0}" destId="{7C0B8FC2-86A7-4592-BE9D-01685E0B3E57}" srcOrd="0" destOrd="0" presId="urn:microsoft.com/office/officeart/2005/8/layout/vList5"/>
    <dgm:cxn modelId="{E3DD2DC2-5D01-4C67-941A-8894FC296079}" type="presParOf" srcId="{033C24CF-6775-4E7B-B4A6-15E6E7B4F5F0}" destId="{477F8970-F3A8-439A-BBA7-7C7489302150}" srcOrd="1" destOrd="0" presId="urn:microsoft.com/office/officeart/2005/8/layout/vList5"/>
    <dgm:cxn modelId="{5BC6A356-4B66-410F-A528-32F75211A0FD}" type="presParOf" srcId="{8C89D3C1-C463-4CA1-B12D-9D1C62A3EB28}" destId="{A4DCF858-AC50-4D42-9D7E-6B9E82026357}" srcOrd="5" destOrd="0" presId="urn:microsoft.com/office/officeart/2005/8/layout/vList5"/>
    <dgm:cxn modelId="{CE117C60-6913-441D-91FA-AC29A1D4C918}" type="presParOf" srcId="{8C89D3C1-C463-4CA1-B12D-9D1C62A3EB28}" destId="{A2BF444D-2BF9-4F01-A5B5-FD7C8E49386C}" srcOrd="6" destOrd="0" presId="urn:microsoft.com/office/officeart/2005/8/layout/vList5"/>
    <dgm:cxn modelId="{AB50A98F-DD50-4C86-BBEC-15BE6BEA8C68}" type="presParOf" srcId="{A2BF444D-2BF9-4F01-A5B5-FD7C8E49386C}" destId="{817B5369-CCE5-406F-9D4B-E14D0A0E4CF4}" srcOrd="0" destOrd="0" presId="urn:microsoft.com/office/officeart/2005/8/layout/vList5"/>
    <dgm:cxn modelId="{D3CFA347-0287-4E33-A263-69B163FB6496}" type="presParOf" srcId="{A2BF444D-2BF9-4F01-A5B5-FD7C8E49386C}" destId="{A8CFDFFC-3905-4BEF-9B48-6DB08E9D0FDC}" srcOrd="1" destOrd="0" presId="urn:microsoft.com/office/officeart/2005/8/layout/vList5"/>
    <dgm:cxn modelId="{B4ECB49C-790B-43E5-BBE7-49707EEA1284}" type="presParOf" srcId="{8C89D3C1-C463-4CA1-B12D-9D1C62A3EB28}" destId="{24ECC4E3-18E9-4B2E-9477-E4C185330988}" srcOrd="7" destOrd="0" presId="urn:microsoft.com/office/officeart/2005/8/layout/vList5"/>
    <dgm:cxn modelId="{946A7035-B9E2-403E-AF1C-2826F0CC0935}" type="presParOf" srcId="{8C89D3C1-C463-4CA1-B12D-9D1C62A3EB28}" destId="{E19574F9-1B4D-4463-9FAB-5CC80C2462FD}" srcOrd="8" destOrd="0" presId="urn:microsoft.com/office/officeart/2005/8/layout/vList5"/>
    <dgm:cxn modelId="{40FD75B4-A6CA-48E6-98D7-18FCBDBE4B14}" type="presParOf" srcId="{E19574F9-1B4D-4463-9FAB-5CC80C2462FD}" destId="{1906E199-4324-45F8-8CB6-59C6E4081975}" srcOrd="0" destOrd="0" presId="urn:microsoft.com/office/officeart/2005/8/layout/vList5"/>
    <dgm:cxn modelId="{DB55331C-262F-402F-AAAA-B40EB24B2E63}" type="presParOf" srcId="{E19574F9-1B4D-4463-9FAB-5CC80C2462FD}" destId="{73F9EC44-C03B-48A9-B479-69E57D5978E8}"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C5BD959-F282-4B17-AA1A-B754F2A20070}" type="doc">
      <dgm:prSet loTypeId="urn:microsoft.com/office/officeart/2005/8/layout/vList5" loCatId="list" qsTypeId="urn:microsoft.com/office/officeart/2005/8/quickstyle/simple1" qsCatId="simple" csTypeId="urn:microsoft.com/office/officeart/2005/8/colors/colorful5" csCatId="colorful" phldr="1"/>
      <dgm:spPr/>
      <dgm:t>
        <a:bodyPr rtlCol="0"/>
        <a:lstStyle/>
        <a:p>
          <a:pPr rtl="0"/>
          <a:endParaRPr lang="en-US"/>
        </a:p>
      </dgm:t>
    </dgm:pt>
    <dgm:pt modelId="{03B6D883-E2E6-42BE-BE8D-D5016F4A5642}">
      <dgm:prSet phldrT="[Text]"/>
      <dgm:spPr/>
      <dgm:t>
        <a:bodyPr rtlCol="0"/>
        <a:lstStyle/>
        <a:p>
          <a:pPr rtl="0"/>
          <a:r>
            <a:rPr lang="en-GB" noProof="0" dirty="0"/>
            <a:t>Box whisker plots</a:t>
          </a:r>
        </a:p>
      </dgm:t>
    </dgm:pt>
    <dgm:pt modelId="{D108F484-63D9-4555-8178-76120F598338}" type="parTrans" cxnId="{5B5DE06D-9268-4628-81CB-A1BA096614CC}">
      <dgm:prSet/>
      <dgm:spPr/>
      <dgm:t>
        <a:bodyPr rtlCol="0"/>
        <a:lstStyle/>
        <a:p>
          <a:pPr rtl="0"/>
          <a:endParaRPr lang="en-GB" noProof="0" dirty="0"/>
        </a:p>
      </dgm:t>
    </dgm:pt>
    <dgm:pt modelId="{AF9E9A91-CFAA-4D06-8377-0B33E1C37BE6}" type="sibTrans" cxnId="{5B5DE06D-9268-4628-81CB-A1BA096614CC}">
      <dgm:prSet/>
      <dgm:spPr/>
      <dgm:t>
        <a:bodyPr rtlCol="0"/>
        <a:lstStyle/>
        <a:p>
          <a:pPr rtl="0"/>
          <a:endParaRPr lang="en-GB" noProof="0" dirty="0"/>
        </a:p>
      </dgm:t>
    </dgm:pt>
    <dgm:pt modelId="{968DAD5A-29AB-4A26-BB08-DFA871BCD16D}">
      <dgm:prSet phldrT="[Text]"/>
      <dgm:spPr/>
      <dgm:t>
        <a:bodyPr rtlCol="0"/>
        <a:lstStyle/>
        <a:p>
          <a:pPr rtl="0"/>
          <a:r>
            <a:rPr lang="en-GB" noProof="0" dirty="0"/>
            <a:t>Create plots</a:t>
          </a:r>
        </a:p>
      </dgm:t>
    </dgm:pt>
    <dgm:pt modelId="{122F937E-0551-4FAF-8E5D-46A65BE2D772}" type="parTrans" cxnId="{48B8D7DA-9BCC-4849-A188-7CB427F117BB}">
      <dgm:prSet/>
      <dgm:spPr/>
      <dgm:t>
        <a:bodyPr rtlCol="0"/>
        <a:lstStyle/>
        <a:p>
          <a:pPr rtl="0"/>
          <a:endParaRPr lang="en-GB" noProof="0" dirty="0"/>
        </a:p>
      </dgm:t>
    </dgm:pt>
    <dgm:pt modelId="{718E239A-8FFA-4D2B-88BE-4B1DE3514440}" type="sibTrans" cxnId="{48B8D7DA-9BCC-4849-A188-7CB427F117BB}">
      <dgm:prSet/>
      <dgm:spPr/>
      <dgm:t>
        <a:bodyPr rtlCol="0"/>
        <a:lstStyle/>
        <a:p>
          <a:pPr rtl="0"/>
          <a:endParaRPr lang="en-GB" noProof="0" dirty="0"/>
        </a:p>
      </dgm:t>
    </dgm:pt>
    <dgm:pt modelId="{2D58754B-BFD9-4682-A774-0F991A770964}">
      <dgm:prSet phldrT="[Text]"/>
      <dgm:spPr/>
      <dgm:t>
        <a:bodyPr rtlCol="0"/>
        <a:lstStyle/>
        <a:p>
          <a:pPr rtl="0"/>
          <a:r>
            <a:rPr lang="en-GB" noProof="0" dirty="0"/>
            <a:t>Attrition rate</a:t>
          </a:r>
        </a:p>
      </dgm:t>
    </dgm:pt>
    <dgm:pt modelId="{E060E061-29FD-424A-9F68-F12ACDF34158}" type="parTrans" cxnId="{D0CFDA33-D09D-4E4E-BBDA-F557A0476597}">
      <dgm:prSet/>
      <dgm:spPr/>
      <dgm:t>
        <a:bodyPr rtlCol="0"/>
        <a:lstStyle/>
        <a:p>
          <a:pPr rtl="0"/>
          <a:endParaRPr lang="en-GB" noProof="0" dirty="0"/>
        </a:p>
      </dgm:t>
    </dgm:pt>
    <dgm:pt modelId="{C104FFE1-3440-4A64-9D7F-9C425E465746}" type="sibTrans" cxnId="{D0CFDA33-D09D-4E4E-BBDA-F557A0476597}">
      <dgm:prSet/>
      <dgm:spPr/>
      <dgm:t>
        <a:bodyPr rtlCol="0"/>
        <a:lstStyle/>
        <a:p>
          <a:pPr rtl="0"/>
          <a:endParaRPr lang="en-GB" noProof="0" dirty="0"/>
        </a:p>
      </dgm:t>
    </dgm:pt>
    <dgm:pt modelId="{06C0DD75-23E5-4F8C-B205-50FC047F6BB8}">
      <dgm:prSet phldrT="[Text]"/>
      <dgm:spPr/>
      <dgm:t>
        <a:bodyPr rtlCol="0"/>
        <a:lstStyle/>
        <a:p>
          <a:pPr rtl="0"/>
          <a:r>
            <a:rPr lang="en-GB" noProof="0" dirty="0"/>
            <a:t>Calculate the attritions rates, tabulate and visualise.</a:t>
          </a:r>
        </a:p>
      </dgm:t>
    </dgm:pt>
    <dgm:pt modelId="{3DA22EDB-EAA3-44EC-B731-BFC579AAC773}" type="parTrans" cxnId="{DB899FEA-ECF8-4A1C-AD01-3E53C78889D4}">
      <dgm:prSet/>
      <dgm:spPr/>
      <dgm:t>
        <a:bodyPr rtlCol="0"/>
        <a:lstStyle/>
        <a:p>
          <a:pPr rtl="0"/>
          <a:endParaRPr lang="en-GB" noProof="0" dirty="0"/>
        </a:p>
      </dgm:t>
    </dgm:pt>
    <dgm:pt modelId="{8F0AF489-4688-44DD-8F3E-F52E1F0C797D}" type="sibTrans" cxnId="{DB899FEA-ECF8-4A1C-AD01-3E53C78889D4}">
      <dgm:prSet/>
      <dgm:spPr/>
      <dgm:t>
        <a:bodyPr rtlCol="0"/>
        <a:lstStyle/>
        <a:p>
          <a:pPr rtl="0"/>
          <a:endParaRPr lang="en-GB" noProof="0" dirty="0"/>
        </a:p>
      </dgm:t>
    </dgm:pt>
    <dgm:pt modelId="{55E1AA9F-A89E-463A-B26F-60325AECF50F}">
      <dgm:prSet phldrT="[Text]"/>
      <dgm:spPr/>
      <dgm:t>
        <a:bodyPr rtlCol="0"/>
        <a:lstStyle/>
        <a:p>
          <a:pPr rtl="0"/>
          <a:r>
            <a:rPr lang="en-GB" noProof="0" dirty="0"/>
            <a:t>Mean</a:t>
          </a:r>
        </a:p>
      </dgm:t>
    </dgm:pt>
    <dgm:pt modelId="{913F8117-8EB7-4283-A947-9FC99A898B4E}" type="parTrans" cxnId="{77975A01-D9C6-49D2-B5F5-79AF365F0600}">
      <dgm:prSet/>
      <dgm:spPr/>
      <dgm:t>
        <a:bodyPr rtlCol="0"/>
        <a:lstStyle/>
        <a:p>
          <a:pPr rtl="0"/>
          <a:endParaRPr lang="en-GB" noProof="0" dirty="0"/>
        </a:p>
      </dgm:t>
    </dgm:pt>
    <dgm:pt modelId="{56235C5F-85CF-4318-A6B1-70B2C8267E8A}" type="sibTrans" cxnId="{77975A01-D9C6-49D2-B5F5-79AF365F0600}">
      <dgm:prSet/>
      <dgm:spPr/>
      <dgm:t>
        <a:bodyPr rtlCol="0"/>
        <a:lstStyle/>
        <a:p>
          <a:pPr rtl="0"/>
          <a:endParaRPr lang="en-GB" noProof="0" dirty="0"/>
        </a:p>
      </dgm:t>
    </dgm:pt>
    <dgm:pt modelId="{E2A466AE-8D44-4BC8-99B9-DDB4548E4FF1}">
      <dgm:prSet phldrT="[Text]"/>
      <dgm:spPr/>
      <dgm:t>
        <a:bodyPr rtlCol="0"/>
        <a:lstStyle/>
        <a:p>
          <a:pPr rtl="0"/>
          <a:r>
            <a:rPr lang="en-GB" b="0" i="0" u="none" noProof="0" dirty="0"/>
            <a:t>Calculate mean and median</a:t>
          </a:r>
          <a:endParaRPr lang="en-GB" noProof="0" dirty="0"/>
        </a:p>
      </dgm:t>
    </dgm:pt>
    <dgm:pt modelId="{FAA06558-3772-4EE2-AF2F-9EC0DAA3B4CD}" type="parTrans" cxnId="{7A485FFA-22FC-464F-ABBD-8772315114A7}">
      <dgm:prSet/>
      <dgm:spPr/>
      <dgm:t>
        <a:bodyPr rtlCol="0"/>
        <a:lstStyle/>
        <a:p>
          <a:pPr rtl="0"/>
          <a:endParaRPr lang="en-GB" noProof="0" dirty="0"/>
        </a:p>
      </dgm:t>
    </dgm:pt>
    <dgm:pt modelId="{45E61CD4-9E8D-4B5F-9F8B-70FB4F7B67CC}" type="sibTrans" cxnId="{7A485FFA-22FC-464F-ABBD-8772315114A7}">
      <dgm:prSet/>
      <dgm:spPr/>
      <dgm:t>
        <a:bodyPr rtlCol="0"/>
        <a:lstStyle/>
        <a:p>
          <a:pPr rtl="0"/>
          <a:endParaRPr lang="en-GB" noProof="0" dirty="0"/>
        </a:p>
      </dgm:t>
    </dgm:pt>
    <dgm:pt modelId="{CBE8B0BA-D33C-4670-B61B-C0F792F394F3}">
      <dgm:prSet phldrT="[Text]"/>
      <dgm:spPr/>
      <dgm:t>
        <a:bodyPr rtlCol="0"/>
        <a:lstStyle/>
        <a:p>
          <a:pPr rtl="0"/>
          <a:r>
            <a:rPr lang="en-GB" noProof="0" dirty="0"/>
            <a:t>Heatmap</a:t>
          </a:r>
        </a:p>
      </dgm:t>
    </dgm:pt>
    <dgm:pt modelId="{8088DBE7-3790-46B4-ADA6-5DF261A440D5}" type="parTrans" cxnId="{16A16E06-358F-43B7-BC40-C39CC2FC391D}">
      <dgm:prSet/>
      <dgm:spPr/>
      <dgm:t>
        <a:bodyPr rtlCol="0"/>
        <a:lstStyle/>
        <a:p>
          <a:pPr rtl="0"/>
          <a:endParaRPr lang="en-GB" noProof="0" dirty="0"/>
        </a:p>
      </dgm:t>
    </dgm:pt>
    <dgm:pt modelId="{E5B19AEC-9C2F-40BD-AA32-8EB8495AE1EF}" type="sibTrans" cxnId="{16A16E06-358F-43B7-BC40-C39CC2FC391D}">
      <dgm:prSet/>
      <dgm:spPr/>
      <dgm:t>
        <a:bodyPr rtlCol="0"/>
        <a:lstStyle/>
        <a:p>
          <a:pPr rtl="0"/>
          <a:endParaRPr lang="en-GB" noProof="0" dirty="0"/>
        </a:p>
      </dgm:t>
    </dgm:pt>
    <dgm:pt modelId="{BB224A7A-42D2-4CFD-B880-2ADD7482918E}">
      <dgm:prSet phldrT="[Text]"/>
      <dgm:spPr/>
      <dgm:t>
        <a:bodyPr rtlCol="0"/>
        <a:lstStyle/>
        <a:p>
          <a:pPr rtl="0"/>
          <a:r>
            <a:rPr lang="en-GB" noProof="0" dirty="0"/>
            <a:t>Generate heatmap for attrition rates</a:t>
          </a:r>
        </a:p>
      </dgm:t>
    </dgm:pt>
    <dgm:pt modelId="{3111A7F0-3D96-4932-B52E-ED03DB11CD95}" type="parTrans" cxnId="{96BD9581-0DD5-48AB-A7DC-09374D5592A8}">
      <dgm:prSet/>
      <dgm:spPr/>
      <dgm:t>
        <a:bodyPr rtlCol="0"/>
        <a:lstStyle/>
        <a:p>
          <a:pPr rtl="0"/>
          <a:endParaRPr lang="en-GB" noProof="0" dirty="0"/>
        </a:p>
      </dgm:t>
    </dgm:pt>
    <dgm:pt modelId="{D1AE582D-A7ED-4AA7-8B94-27BE6FEB1DE4}" type="sibTrans" cxnId="{96BD9581-0DD5-48AB-A7DC-09374D5592A8}">
      <dgm:prSet/>
      <dgm:spPr/>
      <dgm:t>
        <a:bodyPr rtlCol="0"/>
        <a:lstStyle/>
        <a:p>
          <a:pPr rtl="0"/>
          <a:endParaRPr lang="en-GB" noProof="0" dirty="0"/>
        </a:p>
      </dgm:t>
    </dgm:pt>
    <dgm:pt modelId="{2520C070-1827-4C86-B99B-C78D0E08110F}">
      <dgm:prSet phldrT="[Text]"/>
      <dgm:spPr/>
      <dgm:t>
        <a:bodyPr rtlCol="0"/>
        <a:lstStyle/>
        <a:p>
          <a:pPr rtl="0"/>
          <a:r>
            <a:rPr lang="en-GB" noProof="0"/>
            <a:t>Complete</a:t>
          </a:r>
        </a:p>
      </dgm:t>
    </dgm:pt>
    <dgm:pt modelId="{90265E71-E1E7-4371-9214-5BD7BD68747D}" type="parTrans" cxnId="{F4188F00-56FE-4F36-928A-2DD941A422C1}">
      <dgm:prSet/>
      <dgm:spPr/>
      <dgm:t>
        <a:bodyPr rtlCol="0"/>
        <a:lstStyle/>
        <a:p>
          <a:pPr rtl="0"/>
          <a:endParaRPr lang="en-GB" noProof="0" dirty="0"/>
        </a:p>
      </dgm:t>
    </dgm:pt>
    <dgm:pt modelId="{989F15F3-D53E-4B40-A699-A16693369DEA}" type="sibTrans" cxnId="{F4188F00-56FE-4F36-928A-2DD941A422C1}">
      <dgm:prSet/>
      <dgm:spPr/>
      <dgm:t>
        <a:bodyPr rtlCol="0"/>
        <a:lstStyle/>
        <a:p>
          <a:pPr rtl="0"/>
          <a:endParaRPr lang="en-GB" noProof="0" dirty="0"/>
        </a:p>
      </dgm:t>
    </dgm:pt>
    <dgm:pt modelId="{AEB0F5B5-F6CE-4BA2-B3BF-64C902C34C38}">
      <dgm:prSet phldrT="[Text]"/>
      <dgm:spPr/>
      <dgm:t>
        <a:bodyPr rtlCol="0"/>
        <a:lstStyle/>
        <a:p>
          <a:pPr rtl="0"/>
          <a:r>
            <a:rPr lang="en-GB" b="0" i="0" u="none" noProof="0" dirty="0"/>
            <a:t>Moving onto phase 3. </a:t>
          </a:r>
          <a:endParaRPr lang="en-GB" noProof="0" dirty="0"/>
        </a:p>
      </dgm:t>
    </dgm:pt>
    <dgm:pt modelId="{F7009F87-1F74-4D8A-8D57-5F2E01A2C4D8}" type="parTrans" cxnId="{BD03FA5B-2B25-49B7-A441-020242D97FEC}">
      <dgm:prSet/>
      <dgm:spPr/>
      <dgm:t>
        <a:bodyPr rtlCol="0"/>
        <a:lstStyle/>
        <a:p>
          <a:pPr rtl="0"/>
          <a:endParaRPr lang="en-GB" noProof="0" dirty="0"/>
        </a:p>
      </dgm:t>
    </dgm:pt>
    <dgm:pt modelId="{A15CF1E4-1865-49A4-A974-BFFE8228C8DC}" type="sibTrans" cxnId="{BD03FA5B-2B25-49B7-A441-020242D97FEC}">
      <dgm:prSet/>
      <dgm:spPr/>
      <dgm:t>
        <a:bodyPr rtlCol="0"/>
        <a:lstStyle/>
        <a:p>
          <a:pPr rtl="0"/>
          <a:endParaRPr lang="en-GB" noProof="0" dirty="0"/>
        </a:p>
      </dgm:t>
    </dgm:pt>
    <dgm:pt modelId="{8C89D3C1-C463-4CA1-B12D-9D1C62A3EB28}" type="pres">
      <dgm:prSet presAssocID="{9C5BD959-F282-4B17-AA1A-B754F2A20070}" presName="Name0" presStyleCnt="0">
        <dgm:presLayoutVars>
          <dgm:dir/>
          <dgm:animLvl val="lvl"/>
          <dgm:resizeHandles val="exact"/>
        </dgm:presLayoutVars>
      </dgm:prSet>
      <dgm:spPr/>
    </dgm:pt>
    <dgm:pt modelId="{14015943-F131-4C81-A489-C21CB62A6089}" type="pres">
      <dgm:prSet presAssocID="{03B6D883-E2E6-42BE-BE8D-D5016F4A5642}" presName="linNode" presStyleCnt="0"/>
      <dgm:spPr/>
    </dgm:pt>
    <dgm:pt modelId="{6B0F4F74-A904-4884-B261-6A60BB8CBAC3}" type="pres">
      <dgm:prSet presAssocID="{03B6D883-E2E6-42BE-BE8D-D5016F4A5642}" presName="parentText" presStyleLbl="node1" presStyleIdx="0" presStyleCnt="5">
        <dgm:presLayoutVars>
          <dgm:chMax val="1"/>
          <dgm:bulletEnabled val="1"/>
        </dgm:presLayoutVars>
      </dgm:prSet>
      <dgm:spPr/>
    </dgm:pt>
    <dgm:pt modelId="{ECC7304C-4C58-464E-916B-7544E74D074A}" type="pres">
      <dgm:prSet presAssocID="{03B6D883-E2E6-42BE-BE8D-D5016F4A5642}" presName="descendantText" presStyleLbl="alignAccFollowNode1" presStyleIdx="0" presStyleCnt="5">
        <dgm:presLayoutVars>
          <dgm:bulletEnabled val="1"/>
        </dgm:presLayoutVars>
      </dgm:prSet>
      <dgm:spPr/>
    </dgm:pt>
    <dgm:pt modelId="{BBF6E861-2CC3-4CFE-AC05-5525ECA6456F}" type="pres">
      <dgm:prSet presAssocID="{AF9E9A91-CFAA-4D06-8377-0B33E1C37BE6}" presName="sp" presStyleCnt="0"/>
      <dgm:spPr/>
    </dgm:pt>
    <dgm:pt modelId="{1E26CAAE-5389-4B6E-B48D-6E363F0EFDBD}" type="pres">
      <dgm:prSet presAssocID="{2D58754B-BFD9-4682-A774-0F991A770964}" presName="linNode" presStyleCnt="0"/>
      <dgm:spPr/>
    </dgm:pt>
    <dgm:pt modelId="{AA692429-9522-4182-9B4A-F8CB6292EF31}" type="pres">
      <dgm:prSet presAssocID="{2D58754B-BFD9-4682-A774-0F991A770964}" presName="parentText" presStyleLbl="node1" presStyleIdx="1" presStyleCnt="5">
        <dgm:presLayoutVars>
          <dgm:chMax val="1"/>
          <dgm:bulletEnabled val="1"/>
        </dgm:presLayoutVars>
      </dgm:prSet>
      <dgm:spPr/>
    </dgm:pt>
    <dgm:pt modelId="{C527C68A-FC60-4C5F-8AB1-79FEC905B6A8}" type="pres">
      <dgm:prSet presAssocID="{2D58754B-BFD9-4682-A774-0F991A770964}" presName="descendantText" presStyleLbl="alignAccFollowNode1" presStyleIdx="1" presStyleCnt="5">
        <dgm:presLayoutVars>
          <dgm:bulletEnabled val="1"/>
        </dgm:presLayoutVars>
      </dgm:prSet>
      <dgm:spPr/>
    </dgm:pt>
    <dgm:pt modelId="{AE1CED88-F598-402A-9542-41BB3AC579F5}" type="pres">
      <dgm:prSet presAssocID="{C104FFE1-3440-4A64-9D7F-9C425E465746}" presName="sp" presStyleCnt="0"/>
      <dgm:spPr/>
    </dgm:pt>
    <dgm:pt modelId="{033C24CF-6775-4E7B-B4A6-15E6E7B4F5F0}" type="pres">
      <dgm:prSet presAssocID="{55E1AA9F-A89E-463A-B26F-60325AECF50F}" presName="linNode" presStyleCnt="0"/>
      <dgm:spPr/>
    </dgm:pt>
    <dgm:pt modelId="{7C0B8FC2-86A7-4592-BE9D-01685E0B3E57}" type="pres">
      <dgm:prSet presAssocID="{55E1AA9F-A89E-463A-B26F-60325AECF50F}" presName="parentText" presStyleLbl="node1" presStyleIdx="2" presStyleCnt="5">
        <dgm:presLayoutVars>
          <dgm:chMax val="1"/>
          <dgm:bulletEnabled val="1"/>
        </dgm:presLayoutVars>
      </dgm:prSet>
      <dgm:spPr/>
    </dgm:pt>
    <dgm:pt modelId="{477F8970-F3A8-439A-BBA7-7C7489302150}" type="pres">
      <dgm:prSet presAssocID="{55E1AA9F-A89E-463A-B26F-60325AECF50F}" presName="descendantText" presStyleLbl="alignAccFollowNode1" presStyleIdx="2" presStyleCnt="5">
        <dgm:presLayoutVars>
          <dgm:bulletEnabled val="1"/>
        </dgm:presLayoutVars>
      </dgm:prSet>
      <dgm:spPr/>
    </dgm:pt>
    <dgm:pt modelId="{A4DCF858-AC50-4D42-9D7E-6B9E82026357}" type="pres">
      <dgm:prSet presAssocID="{56235C5F-85CF-4318-A6B1-70B2C8267E8A}" presName="sp" presStyleCnt="0"/>
      <dgm:spPr/>
    </dgm:pt>
    <dgm:pt modelId="{A2BF444D-2BF9-4F01-A5B5-FD7C8E49386C}" type="pres">
      <dgm:prSet presAssocID="{CBE8B0BA-D33C-4670-B61B-C0F792F394F3}" presName="linNode" presStyleCnt="0"/>
      <dgm:spPr/>
    </dgm:pt>
    <dgm:pt modelId="{817B5369-CCE5-406F-9D4B-E14D0A0E4CF4}" type="pres">
      <dgm:prSet presAssocID="{CBE8B0BA-D33C-4670-B61B-C0F792F394F3}" presName="parentText" presStyleLbl="node1" presStyleIdx="3" presStyleCnt="5">
        <dgm:presLayoutVars>
          <dgm:chMax val="1"/>
          <dgm:bulletEnabled val="1"/>
        </dgm:presLayoutVars>
      </dgm:prSet>
      <dgm:spPr/>
    </dgm:pt>
    <dgm:pt modelId="{A8CFDFFC-3905-4BEF-9B48-6DB08E9D0FDC}" type="pres">
      <dgm:prSet presAssocID="{CBE8B0BA-D33C-4670-B61B-C0F792F394F3}" presName="descendantText" presStyleLbl="alignAccFollowNode1" presStyleIdx="3" presStyleCnt="5">
        <dgm:presLayoutVars>
          <dgm:bulletEnabled val="1"/>
        </dgm:presLayoutVars>
      </dgm:prSet>
      <dgm:spPr/>
    </dgm:pt>
    <dgm:pt modelId="{24ECC4E3-18E9-4B2E-9477-E4C185330988}" type="pres">
      <dgm:prSet presAssocID="{E5B19AEC-9C2F-40BD-AA32-8EB8495AE1EF}" presName="sp" presStyleCnt="0"/>
      <dgm:spPr/>
    </dgm:pt>
    <dgm:pt modelId="{E19574F9-1B4D-4463-9FAB-5CC80C2462FD}" type="pres">
      <dgm:prSet presAssocID="{2520C070-1827-4C86-B99B-C78D0E08110F}" presName="linNode" presStyleCnt="0"/>
      <dgm:spPr/>
    </dgm:pt>
    <dgm:pt modelId="{1906E199-4324-45F8-8CB6-59C6E4081975}" type="pres">
      <dgm:prSet presAssocID="{2520C070-1827-4C86-B99B-C78D0E08110F}" presName="parentText" presStyleLbl="node1" presStyleIdx="4" presStyleCnt="5">
        <dgm:presLayoutVars>
          <dgm:chMax val="1"/>
          <dgm:bulletEnabled val="1"/>
        </dgm:presLayoutVars>
      </dgm:prSet>
      <dgm:spPr/>
    </dgm:pt>
    <dgm:pt modelId="{73F9EC44-C03B-48A9-B479-69E57D5978E8}" type="pres">
      <dgm:prSet presAssocID="{2520C070-1827-4C86-B99B-C78D0E08110F}" presName="descendantText" presStyleLbl="alignAccFollowNode1" presStyleIdx="4" presStyleCnt="5">
        <dgm:presLayoutVars>
          <dgm:bulletEnabled val="1"/>
        </dgm:presLayoutVars>
      </dgm:prSet>
      <dgm:spPr/>
    </dgm:pt>
  </dgm:ptLst>
  <dgm:cxnLst>
    <dgm:cxn modelId="{F4188F00-56FE-4F36-928A-2DD941A422C1}" srcId="{9C5BD959-F282-4B17-AA1A-B754F2A20070}" destId="{2520C070-1827-4C86-B99B-C78D0E08110F}" srcOrd="4" destOrd="0" parTransId="{90265E71-E1E7-4371-9214-5BD7BD68747D}" sibTransId="{989F15F3-D53E-4B40-A699-A16693369DEA}"/>
    <dgm:cxn modelId="{0A71B600-C6CE-4079-A19A-90595ECD36D2}" type="presOf" srcId="{2D58754B-BFD9-4682-A774-0F991A770964}" destId="{AA692429-9522-4182-9B4A-F8CB6292EF31}" srcOrd="0" destOrd="0" presId="urn:microsoft.com/office/officeart/2005/8/layout/vList5"/>
    <dgm:cxn modelId="{77975A01-D9C6-49D2-B5F5-79AF365F0600}" srcId="{9C5BD959-F282-4B17-AA1A-B754F2A20070}" destId="{55E1AA9F-A89E-463A-B26F-60325AECF50F}" srcOrd="2" destOrd="0" parTransId="{913F8117-8EB7-4283-A947-9FC99A898B4E}" sibTransId="{56235C5F-85CF-4318-A6B1-70B2C8267E8A}"/>
    <dgm:cxn modelId="{16A16E06-358F-43B7-BC40-C39CC2FC391D}" srcId="{9C5BD959-F282-4B17-AA1A-B754F2A20070}" destId="{CBE8B0BA-D33C-4670-B61B-C0F792F394F3}" srcOrd="3" destOrd="0" parTransId="{8088DBE7-3790-46B4-ADA6-5DF261A440D5}" sibTransId="{E5B19AEC-9C2F-40BD-AA32-8EB8495AE1EF}"/>
    <dgm:cxn modelId="{8DDDE91D-3D99-481B-ACCF-2CD30DCBEA74}" type="presOf" srcId="{968DAD5A-29AB-4A26-BB08-DFA871BCD16D}" destId="{ECC7304C-4C58-464E-916B-7544E74D074A}" srcOrd="0" destOrd="0" presId="urn:microsoft.com/office/officeart/2005/8/layout/vList5"/>
    <dgm:cxn modelId="{D0CFDA33-D09D-4E4E-BBDA-F557A0476597}" srcId="{9C5BD959-F282-4B17-AA1A-B754F2A20070}" destId="{2D58754B-BFD9-4682-A774-0F991A770964}" srcOrd="1" destOrd="0" parTransId="{E060E061-29FD-424A-9F68-F12ACDF34158}" sibTransId="{C104FFE1-3440-4A64-9D7F-9C425E465746}"/>
    <dgm:cxn modelId="{BD03FA5B-2B25-49B7-A441-020242D97FEC}" srcId="{2520C070-1827-4C86-B99B-C78D0E08110F}" destId="{AEB0F5B5-F6CE-4BA2-B3BF-64C902C34C38}" srcOrd="0" destOrd="0" parTransId="{F7009F87-1F74-4D8A-8D57-5F2E01A2C4D8}" sibTransId="{A15CF1E4-1865-49A4-A974-BFFE8228C8DC}"/>
    <dgm:cxn modelId="{F25BB462-9DFB-4C98-9948-7CE3E95D4021}" type="presOf" srcId="{9C5BD959-F282-4B17-AA1A-B754F2A20070}" destId="{8C89D3C1-C463-4CA1-B12D-9D1C62A3EB28}" srcOrd="0" destOrd="0" presId="urn:microsoft.com/office/officeart/2005/8/layout/vList5"/>
    <dgm:cxn modelId="{4751646D-7135-4BF1-A222-C77A293F2AEC}" type="presOf" srcId="{E2A466AE-8D44-4BC8-99B9-DDB4548E4FF1}" destId="{477F8970-F3A8-439A-BBA7-7C7489302150}" srcOrd="0" destOrd="0" presId="urn:microsoft.com/office/officeart/2005/8/layout/vList5"/>
    <dgm:cxn modelId="{5B5DE06D-9268-4628-81CB-A1BA096614CC}" srcId="{9C5BD959-F282-4B17-AA1A-B754F2A20070}" destId="{03B6D883-E2E6-42BE-BE8D-D5016F4A5642}" srcOrd="0" destOrd="0" parTransId="{D108F484-63D9-4555-8178-76120F598338}" sibTransId="{AF9E9A91-CFAA-4D06-8377-0B33E1C37BE6}"/>
    <dgm:cxn modelId="{23FBED7E-C19F-4CED-A225-601EA1C5A380}" type="presOf" srcId="{55E1AA9F-A89E-463A-B26F-60325AECF50F}" destId="{7C0B8FC2-86A7-4592-BE9D-01685E0B3E57}" srcOrd="0" destOrd="0" presId="urn:microsoft.com/office/officeart/2005/8/layout/vList5"/>
    <dgm:cxn modelId="{96BD9581-0DD5-48AB-A7DC-09374D5592A8}" srcId="{CBE8B0BA-D33C-4670-B61B-C0F792F394F3}" destId="{BB224A7A-42D2-4CFD-B880-2ADD7482918E}" srcOrd="0" destOrd="0" parTransId="{3111A7F0-3D96-4932-B52E-ED03DB11CD95}" sibTransId="{D1AE582D-A7ED-4AA7-8B94-27BE6FEB1DE4}"/>
    <dgm:cxn modelId="{1E89EBBE-B99E-4B76-B125-92F6B2300AF5}" type="presOf" srcId="{06C0DD75-23E5-4F8C-B205-50FC047F6BB8}" destId="{C527C68A-FC60-4C5F-8AB1-79FEC905B6A8}" srcOrd="0" destOrd="0" presId="urn:microsoft.com/office/officeart/2005/8/layout/vList5"/>
    <dgm:cxn modelId="{D1B1D2C0-E17D-4D55-8444-A2CCCB4AB868}" type="presOf" srcId="{CBE8B0BA-D33C-4670-B61B-C0F792F394F3}" destId="{817B5369-CCE5-406F-9D4B-E14D0A0E4CF4}" srcOrd="0" destOrd="0" presId="urn:microsoft.com/office/officeart/2005/8/layout/vList5"/>
    <dgm:cxn modelId="{23C4C8CF-EFA7-4F28-A361-0B01B80F2F33}" type="presOf" srcId="{2520C070-1827-4C86-B99B-C78D0E08110F}" destId="{1906E199-4324-45F8-8CB6-59C6E4081975}" srcOrd="0" destOrd="0" presId="urn:microsoft.com/office/officeart/2005/8/layout/vList5"/>
    <dgm:cxn modelId="{48B8D7DA-9BCC-4849-A188-7CB427F117BB}" srcId="{03B6D883-E2E6-42BE-BE8D-D5016F4A5642}" destId="{968DAD5A-29AB-4A26-BB08-DFA871BCD16D}" srcOrd="0" destOrd="0" parTransId="{122F937E-0551-4FAF-8E5D-46A65BE2D772}" sibTransId="{718E239A-8FFA-4D2B-88BE-4B1DE3514440}"/>
    <dgm:cxn modelId="{AC8A3FE6-B3E8-418D-BB93-042F568A544B}" type="presOf" srcId="{BB224A7A-42D2-4CFD-B880-2ADD7482918E}" destId="{A8CFDFFC-3905-4BEF-9B48-6DB08E9D0FDC}" srcOrd="0" destOrd="0" presId="urn:microsoft.com/office/officeart/2005/8/layout/vList5"/>
    <dgm:cxn modelId="{DB899FEA-ECF8-4A1C-AD01-3E53C78889D4}" srcId="{2D58754B-BFD9-4682-A774-0F991A770964}" destId="{06C0DD75-23E5-4F8C-B205-50FC047F6BB8}" srcOrd="0" destOrd="0" parTransId="{3DA22EDB-EAA3-44EC-B731-BFC579AAC773}" sibTransId="{8F0AF489-4688-44DD-8F3E-F52E1F0C797D}"/>
    <dgm:cxn modelId="{207F06F4-6355-49BF-BCF6-5CAF2B42E562}" type="presOf" srcId="{AEB0F5B5-F6CE-4BA2-B3BF-64C902C34C38}" destId="{73F9EC44-C03B-48A9-B479-69E57D5978E8}" srcOrd="0" destOrd="0" presId="urn:microsoft.com/office/officeart/2005/8/layout/vList5"/>
    <dgm:cxn modelId="{57B347F5-914A-40B3-8539-E336BCF3C982}" type="presOf" srcId="{03B6D883-E2E6-42BE-BE8D-D5016F4A5642}" destId="{6B0F4F74-A904-4884-B261-6A60BB8CBAC3}" srcOrd="0" destOrd="0" presId="urn:microsoft.com/office/officeart/2005/8/layout/vList5"/>
    <dgm:cxn modelId="{7A485FFA-22FC-464F-ABBD-8772315114A7}" srcId="{55E1AA9F-A89E-463A-B26F-60325AECF50F}" destId="{E2A466AE-8D44-4BC8-99B9-DDB4548E4FF1}" srcOrd="0" destOrd="0" parTransId="{FAA06558-3772-4EE2-AF2F-9EC0DAA3B4CD}" sibTransId="{45E61CD4-9E8D-4B5F-9F8B-70FB4F7B67CC}"/>
    <dgm:cxn modelId="{991F5977-7A4A-4CCB-B0C3-449CF3F6A7B8}" type="presParOf" srcId="{8C89D3C1-C463-4CA1-B12D-9D1C62A3EB28}" destId="{14015943-F131-4C81-A489-C21CB62A6089}" srcOrd="0" destOrd="0" presId="urn:microsoft.com/office/officeart/2005/8/layout/vList5"/>
    <dgm:cxn modelId="{71DAB71D-6D58-4C15-B3A9-57A42628EB5C}" type="presParOf" srcId="{14015943-F131-4C81-A489-C21CB62A6089}" destId="{6B0F4F74-A904-4884-B261-6A60BB8CBAC3}" srcOrd="0" destOrd="0" presId="urn:microsoft.com/office/officeart/2005/8/layout/vList5"/>
    <dgm:cxn modelId="{251D41D3-C43B-4676-A00F-E5A4C19992EC}" type="presParOf" srcId="{14015943-F131-4C81-A489-C21CB62A6089}" destId="{ECC7304C-4C58-464E-916B-7544E74D074A}" srcOrd="1" destOrd="0" presId="urn:microsoft.com/office/officeart/2005/8/layout/vList5"/>
    <dgm:cxn modelId="{18BCA208-688F-4D1F-82FF-94A62E75EEA8}" type="presParOf" srcId="{8C89D3C1-C463-4CA1-B12D-9D1C62A3EB28}" destId="{BBF6E861-2CC3-4CFE-AC05-5525ECA6456F}" srcOrd="1" destOrd="0" presId="urn:microsoft.com/office/officeart/2005/8/layout/vList5"/>
    <dgm:cxn modelId="{05E8A560-9476-4E33-9E06-027D2A9BC840}" type="presParOf" srcId="{8C89D3C1-C463-4CA1-B12D-9D1C62A3EB28}" destId="{1E26CAAE-5389-4B6E-B48D-6E363F0EFDBD}" srcOrd="2" destOrd="0" presId="urn:microsoft.com/office/officeart/2005/8/layout/vList5"/>
    <dgm:cxn modelId="{3925DA0E-2597-4484-953C-FD5C7FD10AD9}" type="presParOf" srcId="{1E26CAAE-5389-4B6E-B48D-6E363F0EFDBD}" destId="{AA692429-9522-4182-9B4A-F8CB6292EF31}" srcOrd="0" destOrd="0" presId="urn:microsoft.com/office/officeart/2005/8/layout/vList5"/>
    <dgm:cxn modelId="{EBD3849B-CDD4-468F-B961-15F93E200407}" type="presParOf" srcId="{1E26CAAE-5389-4B6E-B48D-6E363F0EFDBD}" destId="{C527C68A-FC60-4C5F-8AB1-79FEC905B6A8}" srcOrd="1" destOrd="0" presId="urn:microsoft.com/office/officeart/2005/8/layout/vList5"/>
    <dgm:cxn modelId="{C85CC8D4-B227-4AF8-8621-57EEDC97DABF}" type="presParOf" srcId="{8C89D3C1-C463-4CA1-B12D-9D1C62A3EB28}" destId="{AE1CED88-F598-402A-9542-41BB3AC579F5}" srcOrd="3" destOrd="0" presId="urn:microsoft.com/office/officeart/2005/8/layout/vList5"/>
    <dgm:cxn modelId="{24B315F6-CB6D-4BC9-84B2-7E29CF3B5C39}" type="presParOf" srcId="{8C89D3C1-C463-4CA1-B12D-9D1C62A3EB28}" destId="{033C24CF-6775-4E7B-B4A6-15E6E7B4F5F0}" srcOrd="4" destOrd="0" presId="urn:microsoft.com/office/officeart/2005/8/layout/vList5"/>
    <dgm:cxn modelId="{6E86CD69-6BBF-4E32-9599-1DE11A0BE84A}" type="presParOf" srcId="{033C24CF-6775-4E7B-B4A6-15E6E7B4F5F0}" destId="{7C0B8FC2-86A7-4592-BE9D-01685E0B3E57}" srcOrd="0" destOrd="0" presId="urn:microsoft.com/office/officeart/2005/8/layout/vList5"/>
    <dgm:cxn modelId="{E3DD2DC2-5D01-4C67-941A-8894FC296079}" type="presParOf" srcId="{033C24CF-6775-4E7B-B4A6-15E6E7B4F5F0}" destId="{477F8970-F3A8-439A-BBA7-7C7489302150}" srcOrd="1" destOrd="0" presId="urn:microsoft.com/office/officeart/2005/8/layout/vList5"/>
    <dgm:cxn modelId="{5BC6A356-4B66-410F-A528-32F75211A0FD}" type="presParOf" srcId="{8C89D3C1-C463-4CA1-B12D-9D1C62A3EB28}" destId="{A4DCF858-AC50-4D42-9D7E-6B9E82026357}" srcOrd="5" destOrd="0" presId="urn:microsoft.com/office/officeart/2005/8/layout/vList5"/>
    <dgm:cxn modelId="{CE117C60-6913-441D-91FA-AC29A1D4C918}" type="presParOf" srcId="{8C89D3C1-C463-4CA1-B12D-9D1C62A3EB28}" destId="{A2BF444D-2BF9-4F01-A5B5-FD7C8E49386C}" srcOrd="6" destOrd="0" presId="urn:microsoft.com/office/officeart/2005/8/layout/vList5"/>
    <dgm:cxn modelId="{AB50A98F-DD50-4C86-BBEC-15BE6BEA8C68}" type="presParOf" srcId="{A2BF444D-2BF9-4F01-A5B5-FD7C8E49386C}" destId="{817B5369-CCE5-406F-9D4B-E14D0A0E4CF4}" srcOrd="0" destOrd="0" presId="urn:microsoft.com/office/officeart/2005/8/layout/vList5"/>
    <dgm:cxn modelId="{D3CFA347-0287-4E33-A263-69B163FB6496}" type="presParOf" srcId="{A2BF444D-2BF9-4F01-A5B5-FD7C8E49386C}" destId="{A8CFDFFC-3905-4BEF-9B48-6DB08E9D0FDC}" srcOrd="1" destOrd="0" presId="urn:microsoft.com/office/officeart/2005/8/layout/vList5"/>
    <dgm:cxn modelId="{B4ECB49C-790B-43E5-BBE7-49707EEA1284}" type="presParOf" srcId="{8C89D3C1-C463-4CA1-B12D-9D1C62A3EB28}" destId="{24ECC4E3-18E9-4B2E-9477-E4C185330988}" srcOrd="7" destOrd="0" presId="urn:microsoft.com/office/officeart/2005/8/layout/vList5"/>
    <dgm:cxn modelId="{946A7035-B9E2-403E-AF1C-2826F0CC0935}" type="presParOf" srcId="{8C89D3C1-C463-4CA1-B12D-9D1C62A3EB28}" destId="{E19574F9-1B4D-4463-9FAB-5CC80C2462FD}" srcOrd="8" destOrd="0" presId="urn:microsoft.com/office/officeart/2005/8/layout/vList5"/>
    <dgm:cxn modelId="{40FD75B4-A6CA-48E6-98D7-18FCBDBE4B14}" type="presParOf" srcId="{E19574F9-1B4D-4463-9FAB-5CC80C2462FD}" destId="{1906E199-4324-45F8-8CB6-59C6E4081975}" srcOrd="0" destOrd="0" presId="urn:microsoft.com/office/officeart/2005/8/layout/vList5"/>
    <dgm:cxn modelId="{DB55331C-262F-402F-AAAA-B40EB24B2E63}" type="presParOf" srcId="{E19574F9-1B4D-4463-9FAB-5CC80C2462FD}" destId="{73F9EC44-C03B-48A9-B479-69E57D5978E8}"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C5BD959-F282-4B17-AA1A-B754F2A20070}" type="doc">
      <dgm:prSet loTypeId="urn:microsoft.com/office/officeart/2005/8/layout/vList5" loCatId="list" qsTypeId="urn:microsoft.com/office/officeart/2005/8/quickstyle/simple1" qsCatId="simple" csTypeId="urn:microsoft.com/office/officeart/2005/8/colors/colorful5" csCatId="colorful" phldr="1"/>
      <dgm:spPr/>
      <dgm:t>
        <a:bodyPr rtlCol="0"/>
        <a:lstStyle/>
        <a:p>
          <a:pPr rtl="0"/>
          <a:endParaRPr lang="en-US"/>
        </a:p>
      </dgm:t>
    </dgm:pt>
    <dgm:pt modelId="{03B6D883-E2E6-42BE-BE8D-D5016F4A5642}">
      <dgm:prSet phldrT="[Text]"/>
      <dgm:spPr/>
      <dgm:t>
        <a:bodyPr rtlCol="0"/>
        <a:lstStyle/>
        <a:p>
          <a:pPr rtl="0"/>
          <a:r>
            <a:rPr lang="en-GB" noProof="0" dirty="0"/>
            <a:t> Binary Logistic regression</a:t>
          </a:r>
        </a:p>
      </dgm:t>
    </dgm:pt>
    <dgm:pt modelId="{D108F484-63D9-4555-8178-76120F598338}" type="parTrans" cxnId="{5B5DE06D-9268-4628-81CB-A1BA096614CC}">
      <dgm:prSet/>
      <dgm:spPr/>
      <dgm:t>
        <a:bodyPr rtlCol="0"/>
        <a:lstStyle/>
        <a:p>
          <a:pPr rtl="0"/>
          <a:endParaRPr lang="en-GB" noProof="0" dirty="0"/>
        </a:p>
      </dgm:t>
    </dgm:pt>
    <dgm:pt modelId="{AF9E9A91-CFAA-4D06-8377-0B33E1C37BE6}" type="sibTrans" cxnId="{5B5DE06D-9268-4628-81CB-A1BA096614CC}">
      <dgm:prSet/>
      <dgm:spPr/>
      <dgm:t>
        <a:bodyPr rtlCol="0"/>
        <a:lstStyle/>
        <a:p>
          <a:pPr rtl="0"/>
          <a:endParaRPr lang="en-GB" noProof="0" dirty="0"/>
        </a:p>
      </dgm:t>
    </dgm:pt>
    <dgm:pt modelId="{968DAD5A-29AB-4A26-BB08-DFA871BCD16D}">
      <dgm:prSet phldrT="[Text]"/>
      <dgm:spPr/>
      <dgm:t>
        <a:bodyPr rtlCol="0"/>
        <a:lstStyle/>
        <a:p>
          <a:pPr rtl="0"/>
          <a:r>
            <a:rPr lang="en-GB" noProof="0" dirty="0"/>
            <a:t>Run model on original dataset </a:t>
          </a:r>
        </a:p>
      </dgm:t>
    </dgm:pt>
    <dgm:pt modelId="{122F937E-0551-4FAF-8E5D-46A65BE2D772}" type="parTrans" cxnId="{48B8D7DA-9BCC-4849-A188-7CB427F117BB}">
      <dgm:prSet/>
      <dgm:spPr/>
      <dgm:t>
        <a:bodyPr rtlCol="0"/>
        <a:lstStyle/>
        <a:p>
          <a:pPr rtl="0"/>
          <a:endParaRPr lang="en-GB" noProof="0" dirty="0"/>
        </a:p>
      </dgm:t>
    </dgm:pt>
    <dgm:pt modelId="{718E239A-8FFA-4D2B-88BE-4B1DE3514440}" type="sibTrans" cxnId="{48B8D7DA-9BCC-4849-A188-7CB427F117BB}">
      <dgm:prSet/>
      <dgm:spPr/>
      <dgm:t>
        <a:bodyPr rtlCol="0"/>
        <a:lstStyle/>
        <a:p>
          <a:pPr rtl="0"/>
          <a:endParaRPr lang="en-GB" noProof="0" dirty="0"/>
        </a:p>
      </dgm:t>
    </dgm:pt>
    <dgm:pt modelId="{2D58754B-BFD9-4682-A774-0F991A770964}">
      <dgm:prSet phldrT="[Text]"/>
      <dgm:spPr/>
      <dgm:t>
        <a:bodyPr rtlCol="0"/>
        <a:lstStyle/>
        <a:p>
          <a:pPr rtl="0"/>
          <a:r>
            <a:rPr lang="en-GB" noProof="0" dirty="0"/>
            <a:t> Split Test and Train data sets</a:t>
          </a:r>
        </a:p>
      </dgm:t>
    </dgm:pt>
    <dgm:pt modelId="{E060E061-29FD-424A-9F68-F12ACDF34158}" type="parTrans" cxnId="{D0CFDA33-D09D-4E4E-BBDA-F557A0476597}">
      <dgm:prSet/>
      <dgm:spPr/>
      <dgm:t>
        <a:bodyPr rtlCol="0"/>
        <a:lstStyle/>
        <a:p>
          <a:pPr rtl="0"/>
          <a:endParaRPr lang="en-GB" noProof="0" dirty="0"/>
        </a:p>
      </dgm:t>
    </dgm:pt>
    <dgm:pt modelId="{C104FFE1-3440-4A64-9D7F-9C425E465746}" type="sibTrans" cxnId="{D0CFDA33-D09D-4E4E-BBDA-F557A0476597}">
      <dgm:prSet/>
      <dgm:spPr/>
      <dgm:t>
        <a:bodyPr rtlCol="0"/>
        <a:lstStyle/>
        <a:p>
          <a:pPr rtl="0"/>
          <a:endParaRPr lang="en-GB" noProof="0" dirty="0"/>
        </a:p>
      </dgm:t>
    </dgm:pt>
    <dgm:pt modelId="{06C0DD75-23E5-4F8C-B205-50FC047F6BB8}">
      <dgm:prSet phldrT="[Text]"/>
      <dgm:spPr/>
      <dgm:t>
        <a:bodyPr rtlCol="0"/>
        <a:lstStyle/>
        <a:p>
          <a:pPr rtl="0"/>
          <a:r>
            <a:rPr lang="en-GB" noProof="0" dirty="0"/>
            <a:t>Create test and train split 80/20</a:t>
          </a:r>
        </a:p>
      </dgm:t>
    </dgm:pt>
    <dgm:pt modelId="{3DA22EDB-EAA3-44EC-B731-BFC579AAC773}" type="parTrans" cxnId="{DB899FEA-ECF8-4A1C-AD01-3E53C78889D4}">
      <dgm:prSet/>
      <dgm:spPr/>
      <dgm:t>
        <a:bodyPr rtlCol="0"/>
        <a:lstStyle/>
        <a:p>
          <a:pPr rtl="0"/>
          <a:endParaRPr lang="en-GB" noProof="0" dirty="0"/>
        </a:p>
      </dgm:t>
    </dgm:pt>
    <dgm:pt modelId="{8F0AF489-4688-44DD-8F3E-F52E1F0C797D}" type="sibTrans" cxnId="{DB899FEA-ECF8-4A1C-AD01-3E53C78889D4}">
      <dgm:prSet/>
      <dgm:spPr/>
      <dgm:t>
        <a:bodyPr rtlCol="0"/>
        <a:lstStyle/>
        <a:p>
          <a:pPr rtl="0"/>
          <a:endParaRPr lang="en-GB" noProof="0" dirty="0"/>
        </a:p>
      </dgm:t>
    </dgm:pt>
    <dgm:pt modelId="{55E1AA9F-A89E-463A-B26F-60325AECF50F}">
      <dgm:prSet phldrT="[Text]"/>
      <dgm:spPr/>
      <dgm:t>
        <a:bodyPr rtlCol="0"/>
        <a:lstStyle/>
        <a:p>
          <a:pPr rtl="0"/>
          <a:r>
            <a:rPr lang="en-GB" noProof="0" dirty="0"/>
            <a:t> Supervised learning models</a:t>
          </a:r>
        </a:p>
      </dgm:t>
    </dgm:pt>
    <dgm:pt modelId="{913F8117-8EB7-4283-A947-9FC99A898B4E}" type="parTrans" cxnId="{77975A01-D9C6-49D2-B5F5-79AF365F0600}">
      <dgm:prSet/>
      <dgm:spPr/>
      <dgm:t>
        <a:bodyPr rtlCol="0"/>
        <a:lstStyle/>
        <a:p>
          <a:pPr rtl="0"/>
          <a:endParaRPr lang="en-GB" noProof="0" dirty="0"/>
        </a:p>
      </dgm:t>
    </dgm:pt>
    <dgm:pt modelId="{56235C5F-85CF-4318-A6B1-70B2C8267E8A}" type="sibTrans" cxnId="{77975A01-D9C6-49D2-B5F5-79AF365F0600}">
      <dgm:prSet/>
      <dgm:spPr/>
      <dgm:t>
        <a:bodyPr rtlCol="0"/>
        <a:lstStyle/>
        <a:p>
          <a:pPr rtl="0"/>
          <a:endParaRPr lang="en-GB" noProof="0" dirty="0"/>
        </a:p>
      </dgm:t>
    </dgm:pt>
    <dgm:pt modelId="{E2A466AE-8D44-4BC8-99B9-DDB4548E4FF1}">
      <dgm:prSet phldrT="[Text]"/>
      <dgm:spPr/>
      <dgm:t>
        <a:bodyPr rtlCol="0"/>
        <a:lstStyle/>
        <a:p>
          <a:pPr rtl="0"/>
          <a:r>
            <a:rPr lang="en-GB" noProof="0" dirty="0"/>
            <a:t>Binary Logistic Regression</a:t>
          </a:r>
        </a:p>
      </dgm:t>
    </dgm:pt>
    <dgm:pt modelId="{FAA06558-3772-4EE2-AF2F-9EC0DAA3B4CD}" type="parTrans" cxnId="{7A485FFA-22FC-464F-ABBD-8772315114A7}">
      <dgm:prSet/>
      <dgm:spPr/>
      <dgm:t>
        <a:bodyPr rtlCol="0"/>
        <a:lstStyle/>
        <a:p>
          <a:pPr rtl="0"/>
          <a:endParaRPr lang="en-GB" noProof="0" dirty="0"/>
        </a:p>
      </dgm:t>
    </dgm:pt>
    <dgm:pt modelId="{45E61CD4-9E8D-4B5F-9F8B-70FB4F7B67CC}" type="sibTrans" cxnId="{7A485FFA-22FC-464F-ABBD-8772315114A7}">
      <dgm:prSet/>
      <dgm:spPr/>
      <dgm:t>
        <a:bodyPr rtlCol="0"/>
        <a:lstStyle/>
        <a:p>
          <a:pPr rtl="0"/>
          <a:endParaRPr lang="en-GB" noProof="0" dirty="0"/>
        </a:p>
      </dgm:t>
    </dgm:pt>
    <dgm:pt modelId="{F528FD57-919D-4283-A79F-E4619FA02AF5}">
      <dgm:prSet phldrT="[Text]"/>
      <dgm:spPr/>
      <dgm:t>
        <a:bodyPr rtlCol="0"/>
        <a:lstStyle/>
        <a:p>
          <a:pPr rtl="0"/>
          <a:r>
            <a:rPr lang="en-GB" noProof="0" dirty="0"/>
            <a:t>Check for multicollinearity</a:t>
          </a:r>
        </a:p>
      </dgm:t>
    </dgm:pt>
    <dgm:pt modelId="{F88D9BBC-7812-4D53-B37E-94CCD46BD31F}" type="parTrans" cxnId="{68F78EB9-6FE8-471B-A62C-E868FD4CFB50}">
      <dgm:prSet/>
      <dgm:spPr/>
      <dgm:t>
        <a:bodyPr/>
        <a:lstStyle/>
        <a:p>
          <a:endParaRPr lang="en-GB"/>
        </a:p>
      </dgm:t>
    </dgm:pt>
    <dgm:pt modelId="{B4B1A0D1-2E12-4249-A1CC-A5FF1E102DCF}" type="sibTrans" cxnId="{68F78EB9-6FE8-471B-A62C-E868FD4CFB50}">
      <dgm:prSet/>
      <dgm:spPr/>
      <dgm:t>
        <a:bodyPr/>
        <a:lstStyle/>
        <a:p>
          <a:endParaRPr lang="en-GB"/>
        </a:p>
      </dgm:t>
    </dgm:pt>
    <dgm:pt modelId="{96C6C9F6-E9C9-4F42-8B1C-EF802E23653C}">
      <dgm:prSet phldrT="[Text]"/>
      <dgm:spPr/>
      <dgm:t>
        <a:bodyPr rtlCol="0"/>
        <a:lstStyle/>
        <a:p>
          <a:pPr rtl="0"/>
          <a:r>
            <a:rPr lang="en-GB" b="0" i="0" u="none" noProof="0" dirty="0"/>
            <a:t>Moving onto phase 4. </a:t>
          </a:r>
          <a:endParaRPr lang="en-GB" noProof="0" dirty="0"/>
        </a:p>
      </dgm:t>
    </dgm:pt>
    <dgm:pt modelId="{35271005-CA83-4251-BF67-A6A203A4632C}" type="parTrans" cxnId="{FDFBC9AE-E9E0-45B4-AA85-64DDFBDAAFD4}">
      <dgm:prSet/>
      <dgm:spPr/>
      <dgm:t>
        <a:bodyPr/>
        <a:lstStyle/>
        <a:p>
          <a:endParaRPr lang="en-GB"/>
        </a:p>
      </dgm:t>
    </dgm:pt>
    <dgm:pt modelId="{B64CF0F1-7DCF-4426-8BC0-904F22CF88AC}" type="sibTrans" cxnId="{FDFBC9AE-E9E0-45B4-AA85-64DDFBDAAFD4}">
      <dgm:prSet/>
      <dgm:spPr/>
      <dgm:t>
        <a:bodyPr/>
        <a:lstStyle/>
        <a:p>
          <a:endParaRPr lang="en-GB"/>
        </a:p>
      </dgm:t>
    </dgm:pt>
    <dgm:pt modelId="{ECD07B55-0664-4699-ABBA-8F895BA43EEB}">
      <dgm:prSet phldrT="[Text]"/>
      <dgm:spPr/>
      <dgm:t>
        <a:bodyPr rtlCol="0"/>
        <a:lstStyle/>
        <a:p>
          <a:pPr rtl="0"/>
          <a:r>
            <a:rPr lang="en-GB" noProof="0" dirty="0"/>
            <a:t>Naïve Bayes</a:t>
          </a:r>
        </a:p>
      </dgm:t>
    </dgm:pt>
    <dgm:pt modelId="{CAE6ECC7-446F-4284-AAE8-1E34A6D4A7A9}" type="parTrans" cxnId="{14DF101C-4EE3-48B4-9BA9-5FEC8AD41A8E}">
      <dgm:prSet/>
      <dgm:spPr/>
      <dgm:t>
        <a:bodyPr/>
        <a:lstStyle/>
        <a:p>
          <a:endParaRPr lang="en-GB"/>
        </a:p>
      </dgm:t>
    </dgm:pt>
    <dgm:pt modelId="{B112645C-15BB-44B3-A44D-145690F2CBC0}" type="sibTrans" cxnId="{14DF101C-4EE3-48B4-9BA9-5FEC8AD41A8E}">
      <dgm:prSet/>
      <dgm:spPr/>
      <dgm:t>
        <a:bodyPr/>
        <a:lstStyle/>
        <a:p>
          <a:endParaRPr lang="en-GB"/>
        </a:p>
      </dgm:t>
    </dgm:pt>
    <dgm:pt modelId="{C46080EA-383B-43BF-B903-44F963365E82}">
      <dgm:prSet phldrT="[Text]"/>
      <dgm:spPr/>
      <dgm:t>
        <a:bodyPr rtlCol="0"/>
        <a:lstStyle/>
        <a:p>
          <a:pPr rtl="0"/>
          <a:r>
            <a:rPr lang="en-GB" noProof="0" dirty="0"/>
            <a:t>Support Vector Machine</a:t>
          </a:r>
        </a:p>
      </dgm:t>
    </dgm:pt>
    <dgm:pt modelId="{C25D2261-BDC3-45B5-9DB7-C57268EB74A0}" type="parTrans" cxnId="{A381E794-AF6D-4795-8877-A4C5F0913A59}">
      <dgm:prSet/>
      <dgm:spPr/>
      <dgm:t>
        <a:bodyPr/>
        <a:lstStyle/>
        <a:p>
          <a:endParaRPr lang="en-GB"/>
        </a:p>
      </dgm:t>
    </dgm:pt>
    <dgm:pt modelId="{069DA2DC-8F7B-48E3-92DF-E9CD2985A83F}" type="sibTrans" cxnId="{A381E794-AF6D-4795-8877-A4C5F0913A59}">
      <dgm:prSet/>
      <dgm:spPr/>
      <dgm:t>
        <a:bodyPr/>
        <a:lstStyle/>
        <a:p>
          <a:endParaRPr lang="en-GB"/>
        </a:p>
      </dgm:t>
    </dgm:pt>
    <dgm:pt modelId="{A2C4738C-DDC3-4D6A-ABF9-64E747E7D27A}">
      <dgm:prSet phldrT="[Text]"/>
      <dgm:spPr/>
      <dgm:t>
        <a:bodyPr rtlCol="0"/>
        <a:lstStyle/>
        <a:p>
          <a:pPr rtl="0"/>
          <a:r>
            <a:rPr lang="en-GB" noProof="0" dirty="0"/>
            <a:t>Decision tree – Classification tree</a:t>
          </a:r>
        </a:p>
      </dgm:t>
    </dgm:pt>
    <dgm:pt modelId="{64BD6E89-8D4C-4EB4-A4CB-FA2380399851}" type="parTrans" cxnId="{B49F0221-7166-4F4D-9453-BE0ECE100669}">
      <dgm:prSet/>
      <dgm:spPr/>
      <dgm:t>
        <a:bodyPr/>
        <a:lstStyle/>
        <a:p>
          <a:endParaRPr lang="en-GB"/>
        </a:p>
      </dgm:t>
    </dgm:pt>
    <dgm:pt modelId="{DCBED248-B60F-43FE-B63D-135ABE364C1B}" type="sibTrans" cxnId="{B49F0221-7166-4F4D-9453-BE0ECE100669}">
      <dgm:prSet/>
      <dgm:spPr/>
      <dgm:t>
        <a:bodyPr/>
        <a:lstStyle/>
        <a:p>
          <a:endParaRPr lang="en-GB"/>
        </a:p>
      </dgm:t>
    </dgm:pt>
    <dgm:pt modelId="{FE4192EB-BD50-4071-9631-B195B5CB873A}">
      <dgm:prSet phldrT="[Text]"/>
      <dgm:spPr/>
      <dgm:t>
        <a:bodyPr rtlCol="0"/>
        <a:lstStyle/>
        <a:p>
          <a:pPr rtl="0"/>
          <a:r>
            <a:rPr lang="en-GB" noProof="0" dirty="0"/>
            <a:t>Neural Network</a:t>
          </a:r>
        </a:p>
      </dgm:t>
    </dgm:pt>
    <dgm:pt modelId="{D74E626B-95A8-4672-94C4-25E8CC692047}" type="parTrans" cxnId="{3FE8E181-01A5-4AFF-8156-A66D1301802A}">
      <dgm:prSet/>
      <dgm:spPr/>
      <dgm:t>
        <a:bodyPr/>
        <a:lstStyle/>
        <a:p>
          <a:endParaRPr lang="en-GB"/>
        </a:p>
      </dgm:t>
    </dgm:pt>
    <dgm:pt modelId="{6C3B3991-69F9-4257-8ACD-5F5962F758D3}" type="sibTrans" cxnId="{3FE8E181-01A5-4AFF-8156-A66D1301802A}">
      <dgm:prSet/>
      <dgm:spPr/>
      <dgm:t>
        <a:bodyPr/>
        <a:lstStyle/>
        <a:p>
          <a:endParaRPr lang="en-GB"/>
        </a:p>
      </dgm:t>
    </dgm:pt>
    <dgm:pt modelId="{8B2F1779-EA3D-4FED-BB64-68F25CF78054}">
      <dgm:prSet phldrT="[Text]"/>
      <dgm:spPr/>
      <dgm:t>
        <a:bodyPr rtlCol="0"/>
        <a:lstStyle/>
        <a:p>
          <a:pPr rtl="0"/>
          <a:r>
            <a:rPr lang="en-GB" noProof="0" dirty="0"/>
            <a:t>Remove insignificant variables</a:t>
          </a:r>
        </a:p>
      </dgm:t>
    </dgm:pt>
    <dgm:pt modelId="{AA9AB408-0A55-4621-9C8B-5D4320FD4F56}" type="parTrans" cxnId="{9F2B1F0E-A919-492F-8003-4D8CC33CF3B8}">
      <dgm:prSet/>
      <dgm:spPr/>
      <dgm:t>
        <a:bodyPr/>
        <a:lstStyle/>
        <a:p>
          <a:endParaRPr lang="en-GB"/>
        </a:p>
      </dgm:t>
    </dgm:pt>
    <dgm:pt modelId="{03DA6864-4662-4320-B977-019967BBE3C0}" type="sibTrans" cxnId="{9F2B1F0E-A919-492F-8003-4D8CC33CF3B8}">
      <dgm:prSet/>
      <dgm:spPr/>
      <dgm:t>
        <a:bodyPr/>
        <a:lstStyle/>
        <a:p>
          <a:endParaRPr lang="en-GB"/>
        </a:p>
      </dgm:t>
    </dgm:pt>
    <dgm:pt modelId="{AD5EF450-7D47-4C12-80F3-4B7E642436E3}">
      <dgm:prSet phldrT="[Text]"/>
      <dgm:spPr/>
      <dgm:t>
        <a:bodyPr rtlCol="0"/>
        <a:lstStyle/>
        <a:p>
          <a:pPr rtl="0"/>
          <a:r>
            <a:rPr lang="en-GB" noProof="0" dirty="0"/>
            <a:t>Find the best threshold</a:t>
          </a:r>
        </a:p>
      </dgm:t>
    </dgm:pt>
    <dgm:pt modelId="{5A91C1B2-10AC-4EC8-911B-592D57BB8706}" type="parTrans" cxnId="{A1B7CE44-F092-4D7A-BEFE-04FBFFF3F8C8}">
      <dgm:prSet/>
      <dgm:spPr/>
      <dgm:t>
        <a:bodyPr/>
        <a:lstStyle/>
        <a:p>
          <a:endParaRPr lang="en-GB"/>
        </a:p>
      </dgm:t>
    </dgm:pt>
    <dgm:pt modelId="{E043C6E8-85AD-4F15-92C6-5AB17E283251}" type="sibTrans" cxnId="{A1B7CE44-F092-4D7A-BEFE-04FBFFF3F8C8}">
      <dgm:prSet/>
      <dgm:spPr/>
      <dgm:t>
        <a:bodyPr/>
        <a:lstStyle/>
        <a:p>
          <a:endParaRPr lang="en-GB"/>
        </a:p>
      </dgm:t>
    </dgm:pt>
    <dgm:pt modelId="{C396536F-53C9-4D03-A3E3-966921B5BB34}">
      <dgm:prSet phldrT="[Text]"/>
      <dgm:spPr/>
      <dgm:t>
        <a:bodyPr rtlCol="0"/>
        <a:lstStyle/>
        <a:p>
          <a:pPr rtl="0"/>
          <a:r>
            <a:rPr lang="en-GB" noProof="0" dirty="0"/>
            <a:t>Complete</a:t>
          </a:r>
        </a:p>
      </dgm:t>
    </dgm:pt>
    <dgm:pt modelId="{80BBA991-D365-4DA8-810F-F3A06713F64C}" type="sibTrans" cxnId="{8D744A57-9C5F-4250-8B2A-DD35EBE84C78}">
      <dgm:prSet/>
      <dgm:spPr/>
      <dgm:t>
        <a:bodyPr/>
        <a:lstStyle/>
        <a:p>
          <a:endParaRPr lang="en-GB"/>
        </a:p>
      </dgm:t>
    </dgm:pt>
    <dgm:pt modelId="{F929F61D-C118-4FA6-B0E4-DF849A9E4EE2}" type="parTrans" cxnId="{8D744A57-9C5F-4250-8B2A-DD35EBE84C78}">
      <dgm:prSet/>
      <dgm:spPr/>
      <dgm:t>
        <a:bodyPr/>
        <a:lstStyle/>
        <a:p>
          <a:endParaRPr lang="en-GB"/>
        </a:p>
      </dgm:t>
    </dgm:pt>
    <dgm:pt modelId="{BF0EA023-FEF1-4694-ABFD-EAD8E324E344}">
      <dgm:prSet phldrT="[Text]" custLinFactNeighborX="-7776" custLinFactNeighborY="15008"/>
      <dgm:spPr/>
      <dgm:t>
        <a:bodyPr rtlCol="0"/>
        <a:lstStyle/>
        <a:p>
          <a:pPr rtl="0"/>
          <a:r>
            <a:rPr lang="en-GB" noProof="0"/>
            <a:t>K-Nearest Neighbours</a:t>
          </a:r>
          <a:endParaRPr lang="en-GB" noProof="0" dirty="0"/>
        </a:p>
      </dgm:t>
    </dgm:pt>
    <dgm:pt modelId="{A65990B2-8135-4EA2-98E2-EB07DEBC1229}" type="parTrans" cxnId="{1858695D-C1B1-4DC0-B187-B9EE4A87F23B}">
      <dgm:prSet/>
      <dgm:spPr/>
      <dgm:t>
        <a:bodyPr/>
        <a:lstStyle/>
        <a:p>
          <a:endParaRPr lang="en-GB"/>
        </a:p>
      </dgm:t>
    </dgm:pt>
    <dgm:pt modelId="{0419E5C5-E42A-4918-91B7-F8230B16E202}" type="sibTrans" cxnId="{1858695D-C1B1-4DC0-B187-B9EE4A87F23B}">
      <dgm:prSet/>
      <dgm:spPr/>
      <dgm:t>
        <a:bodyPr/>
        <a:lstStyle/>
        <a:p>
          <a:endParaRPr lang="en-GB"/>
        </a:p>
      </dgm:t>
    </dgm:pt>
    <dgm:pt modelId="{8C89D3C1-C463-4CA1-B12D-9D1C62A3EB28}" type="pres">
      <dgm:prSet presAssocID="{9C5BD959-F282-4B17-AA1A-B754F2A20070}" presName="Name0" presStyleCnt="0">
        <dgm:presLayoutVars>
          <dgm:dir/>
          <dgm:animLvl val="lvl"/>
          <dgm:resizeHandles val="exact"/>
        </dgm:presLayoutVars>
      </dgm:prSet>
      <dgm:spPr/>
    </dgm:pt>
    <dgm:pt modelId="{14015943-F131-4C81-A489-C21CB62A6089}" type="pres">
      <dgm:prSet presAssocID="{03B6D883-E2E6-42BE-BE8D-D5016F4A5642}" presName="linNode" presStyleCnt="0"/>
      <dgm:spPr/>
    </dgm:pt>
    <dgm:pt modelId="{6B0F4F74-A904-4884-B261-6A60BB8CBAC3}" type="pres">
      <dgm:prSet presAssocID="{03B6D883-E2E6-42BE-BE8D-D5016F4A5642}" presName="parentText" presStyleLbl="node1" presStyleIdx="0" presStyleCnt="4">
        <dgm:presLayoutVars>
          <dgm:chMax val="1"/>
          <dgm:bulletEnabled val="1"/>
        </dgm:presLayoutVars>
      </dgm:prSet>
      <dgm:spPr/>
    </dgm:pt>
    <dgm:pt modelId="{ECC7304C-4C58-464E-916B-7544E74D074A}" type="pres">
      <dgm:prSet presAssocID="{03B6D883-E2E6-42BE-BE8D-D5016F4A5642}" presName="descendantText" presStyleLbl="alignAccFollowNode1" presStyleIdx="0" presStyleCnt="4">
        <dgm:presLayoutVars>
          <dgm:bulletEnabled val="1"/>
        </dgm:presLayoutVars>
      </dgm:prSet>
      <dgm:spPr/>
    </dgm:pt>
    <dgm:pt modelId="{BBF6E861-2CC3-4CFE-AC05-5525ECA6456F}" type="pres">
      <dgm:prSet presAssocID="{AF9E9A91-CFAA-4D06-8377-0B33E1C37BE6}" presName="sp" presStyleCnt="0"/>
      <dgm:spPr/>
    </dgm:pt>
    <dgm:pt modelId="{1E26CAAE-5389-4B6E-B48D-6E363F0EFDBD}" type="pres">
      <dgm:prSet presAssocID="{2D58754B-BFD9-4682-A774-0F991A770964}" presName="linNode" presStyleCnt="0"/>
      <dgm:spPr/>
    </dgm:pt>
    <dgm:pt modelId="{AA692429-9522-4182-9B4A-F8CB6292EF31}" type="pres">
      <dgm:prSet presAssocID="{2D58754B-BFD9-4682-A774-0F991A770964}" presName="parentText" presStyleLbl="node1" presStyleIdx="1" presStyleCnt="4">
        <dgm:presLayoutVars>
          <dgm:chMax val="1"/>
          <dgm:bulletEnabled val="1"/>
        </dgm:presLayoutVars>
      </dgm:prSet>
      <dgm:spPr/>
    </dgm:pt>
    <dgm:pt modelId="{C527C68A-FC60-4C5F-8AB1-79FEC905B6A8}" type="pres">
      <dgm:prSet presAssocID="{2D58754B-BFD9-4682-A774-0F991A770964}" presName="descendantText" presStyleLbl="alignAccFollowNode1" presStyleIdx="1" presStyleCnt="4">
        <dgm:presLayoutVars>
          <dgm:bulletEnabled val="1"/>
        </dgm:presLayoutVars>
      </dgm:prSet>
      <dgm:spPr/>
    </dgm:pt>
    <dgm:pt modelId="{AE1CED88-F598-402A-9542-41BB3AC579F5}" type="pres">
      <dgm:prSet presAssocID="{C104FFE1-3440-4A64-9D7F-9C425E465746}" presName="sp" presStyleCnt="0"/>
      <dgm:spPr/>
    </dgm:pt>
    <dgm:pt modelId="{033C24CF-6775-4E7B-B4A6-15E6E7B4F5F0}" type="pres">
      <dgm:prSet presAssocID="{55E1AA9F-A89E-463A-B26F-60325AECF50F}" presName="linNode" presStyleCnt="0"/>
      <dgm:spPr/>
    </dgm:pt>
    <dgm:pt modelId="{7C0B8FC2-86A7-4592-BE9D-01685E0B3E57}" type="pres">
      <dgm:prSet presAssocID="{55E1AA9F-A89E-463A-B26F-60325AECF50F}" presName="parentText" presStyleLbl="node1" presStyleIdx="2" presStyleCnt="4" custScaleY="176641">
        <dgm:presLayoutVars>
          <dgm:chMax val="1"/>
          <dgm:bulletEnabled val="1"/>
        </dgm:presLayoutVars>
      </dgm:prSet>
      <dgm:spPr/>
    </dgm:pt>
    <dgm:pt modelId="{477F8970-F3A8-439A-BBA7-7C7489302150}" type="pres">
      <dgm:prSet presAssocID="{55E1AA9F-A89E-463A-B26F-60325AECF50F}" presName="descendantText" presStyleLbl="alignAccFollowNode1" presStyleIdx="2" presStyleCnt="4" custScaleY="176641">
        <dgm:presLayoutVars>
          <dgm:bulletEnabled val="1"/>
        </dgm:presLayoutVars>
      </dgm:prSet>
      <dgm:spPr/>
    </dgm:pt>
    <dgm:pt modelId="{A4DCF858-AC50-4D42-9D7E-6B9E82026357}" type="pres">
      <dgm:prSet presAssocID="{56235C5F-85CF-4318-A6B1-70B2C8267E8A}" presName="sp" presStyleCnt="0"/>
      <dgm:spPr/>
    </dgm:pt>
    <dgm:pt modelId="{ECA2E6CB-5FDE-4002-9153-9942E60BBF69}" type="pres">
      <dgm:prSet presAssocID="{C396536F-53C9-4D03-A3E3-966921B5BB34}" presName="linNode" presStyleCnt="0"/>
      <dgm:spPr/>
    </dgm:pt>
    <dgm:pt modelId="{B8F61CA3-0A7A-4C6B-BDFF-E94B0EF652B3}" type="pres">
      <dgm:prSet presAssocID="{C396536F-53C9-4D03-A3E3-966921B5BB34}" presName="parentText" presStyleLbl="node1" presStyleIdx="3" presStyleCnt="4">
        <dgm:presLayoutVars>
          <dgm:chMax val="1"/>
          <dgm:bulletEnabled val="1"/>
        </dgm:presLayoutVars>
      </dgm:prSet>
      <dgm:spPr/>
    </dgm:pt>
    <dgm:pt modelId="{5B3329DB-B4F4-46E8-A405-31C9CE3EDA8E}" type="pres">
      <dgm:prSet presAssocID="{C396536F-53C9-4D03-A3E3-966921B5BB34}" presName="descendantText" presStyleLbl="alignAccFollowNode1" presStyleIdx="3" presStyleCnt="4">
        <dgm:presLayoutVars>
          <dgm:bulletEnabled val="1"/>
        </dgm:presLayoutVars>
      </dgm:prSet>
      <dgm:spPr/>
    </dgm:pt>
  </dgm:ptLst>
  <dgm:cxnLst>
    <dgm:cxn modelId="{0A71B600-C6CE-4079-A19A-90595ECD36D2}" type="presOf" srcId="{2D58754B-BFD9-4682-A774-0F991A770964}" destId="{AA692429-9522-4182-9B4A-F8CB6292EF31}" srcOrd="0" destOrd="0" presId="urn:microsoft.com/office/officeart/2005/8/layout/vList5"/>
    <dgm:cxn modelId="{77975A01-D9C6-49D2-B5F5-79AF365F0600}" srcId="{9C5BD959-F282-4B17-AA1A-B754F2A20070}" destId="{55E1AA9F-A89E-463A-B26F-60325AECF50F}" srcOrd="2" destOrd="0" parTransId="{913F8117-8EB7-4283-A947-9FC99A898B4E}" sibTransId="{56235C5F-85CF-4318-A6B1-70B2C8267E8A}"/>
    <dgm:cxn modelId="{9F2B1F0E-A919-492F-8003-4D8CC33CF3B8}" srcId="{03B6D883-E2E6-42BE-BE8D-D5016F4A5642}" destId="{8B2F1779-EA3D-4FED-BB64-68F25CF78054}" srcOrd="1" destOrd="0" parTransId="{AA9AB408-0A55-4621-9C8B-5D4320FD4F56}" sibTransId="{03DA6864-4662-4320-B977-019967BBE3C0}"/>
    <dgm:cxn modelId="{14DF101C-4EE3-48B4-9BA9-5FEC8AD41A8E}" srcId="{55E1AA9F-A89E-463A-B26F-60325AECF50F}" destId="{ECD07B55-0664-4699-ABBA-8F895BA43EEB}" srcOrd="1" destOrd="0" parTransId="{CAE6ECC7-446F-4284-AAE8-1E34A6D4A7A9}" sibTransId="{B112645C-15BB-44B3-A44D-145690F2CBC0}"/>
    <dgm:cxn modelId="{8DDDE91D-3D99-481B-ACCF-2CD30DCBEA74}" type="presOf" srcId="{968DAD5A-29AB-4A26-BB08-DFA871BCD16D}" destId="{ECC7304C-4C58-464E-916B-7544E74D074A}" srcOrd="0" destOrd="0" presId="urn:microsoft.com/office/officeart/2005/8/layout/vList5"/>
    <dgm:cxn modelId="{B49F0221-7166-4F4D-9453-BE0ECE100669}" srcId="{55E1AA9F-A89E-463A-B26F-60325AECF50F}" destId="{A2C4738C-DDC3-4D6A-ABF9-64E747E7D27A}" srcOrd="3" destOrd="0" parTransId="{64BD6E89-8D4C-4EB4-A4CB-FA2380399851}" sibTransId="{DCBED248-B60F-43FE-B63D-135ABE364C1B}"/>
    <dgm:cxn modelId="{307A7724-00B6-4ED2-9567-DA233E3339BF}" type="presOf" srcId="{ECD07B55-0664-4699-ABBA-8F895BA43EEB}" destId="{477F8970-F3A8-439A-BBA7-7C7489302150}" srcOrd="0" destOrd="1" presId="urn:microsoft.com/office/officeart/2005/8/layout/vList5"/>
    <dgm:cxn modelId="{8ED20128-8A34-49AD-B02E-6CE6CF5E4EAE}" type="presOf" srcId="{FE4192EB-BD50-4071-9631-B195B5CB873A}" destId="{477F8970-F3A8-439A-BBA7-7C7489302150}" srcOrd="0" destOrd="4" presId="urn:microsoft.com/office/officeart/2005/8/layout/vList5"/>
    <dgm:cxn modelId="{4E3FB02A-80DA-44F4-A48C-A8DA0792F2C0}" type="presOf" srcId="{8B2F1779-EA3D-4FED-BB64-68F25CF78054}" destId="{ECC7304C-4C58-464E-916B-7544E74D074A}" srcOrd="0" destOrd="1" presId="urn:microsoft.com/office/officeart/2005/8/layout/vList5"/>
    <dgm:cxn modelId="{D0CFDA33-D09D-4E4E-BBDA-F557A0476597}" srcId="{9C5BD959-F282-4B17-AA1A-B754F2A20070}" destId="{2D58754B-BFD9-4682-A774-0F991A770964}" srcOrd="1" destOrd="0" parTransId="{E060E061-29FD-424A-9F68-F12ACDF34158}" sibTransId="{C104FFE1-3440-4A64-9D7F-9C425E465746}"/>
    <dgm:cxn modelId="{1858695D-C1B1-4DC0-B187-B9EE4A87F23B}" srcId="{55E1AA9F-A89E-463A-B26F-60325AECF50F}" destId="{BF0EA023-FEF1-4694-ABFD-EAD8E324E344}" srcOrd="5" destOrd="0" parTransId="{A65990B2-8135-4EA2-98E2-EB07DEBC1229}" sibTransId="{0419E5C5-E42A-4918-91B7-F8230B16E202}"/>
    <dgm:cxn modelId="{F25BB462-9DFB-4C98-9948-7CE3E95D4021}" type="presOf" srcId="{9C5BD959-F282-4B17-AA1A-B754F2A20070}" destId="{8C89D3C1-C463-4CA1-B12D-9D1C62A3EB28}" srcOrd="0" destOrd="0" presId="urn:microsoft.com/office/officeart/2005/8/layout/vList5"/>
    <dgm:cxn modelId="{A1B7CE44-F092-4D7A-BEFE-04FBFFF3F8C8}" srcId="{2D58754B-BFD9-4682-A774-0F991A770964}" destId="{AD5EF450-7D47-4C12-80F3-4B7E642436E3}" srcOrd="2" destOrd="0" parTransId="{5A91C1B2-10AC-4EC8-911B-592D57BB8706}" sibTransId="{E043C6E8-85AD-4F15-92C6-5AB17E283251}"/>
    <dgm:cxn modelId="{66045F4B-AA0D-4833-B05C-4FC7CE88487E}" type="presOf" srcId="{F528FD57-919D-4283-A79F-E4619FA02AF5}" destId="{C527C68A-FC60-4C5F-8AB1-79FEC905B6A8}" srcOrd="0" destOrd="1" presId="urn:microsoft.com/office/officeart/2005/8/layout/vList5"/>
    <dgm:cxn modelId="{4751646D-7135-4BF1-A222-C77A293F2AEC}" type="presOf" srcId="{E2A466AE-8D44-4BC8-99B9-DDB4548E4FF1}" destId="{477F8970-F3A8-439A-BBA7-7C7489302150}" srcOrd="0" destOrd="0" presId="urn:microsoft.com/office/officeart/2005/8/layout/vList5"/>
    <dgm:cxn modelId="{5B5DE06D-9268-4628-81CB-A1BA096614CC}" srcId="{9C5BD959-F282-4B17-AA1A-B754F2A20070}" destId="{03B6D883-E2E6-42BE-BE8D-D5016F4A5642}" srcOrd="0" destOrd="0" parTransId="{D108F484-63D9-4555-8178-76120F598338}" sibTransId="{AF9E9A91-CFAA-4D06-8377-0B33E1C37BE6}"/>
    <dgm:cxn modelId="{8D744A57-9C5F-4250-8B2A-DD35EBE84C78}" srcId="{9C5BD959-F282-4B17-AA1A-B754F2A20070}" destId="{C396536F-53C9-4D03-A3E3-966921B5BB34}" srcOrd="3" destOrd="0" parTransId="{F929F61D-C118-4FA6-B0E4-DF849A9E4EE2}" sibTransId="{80BBA991-D365-4DA8-810F-F3A06713F64C}"/>
    <dgm:cxn modelId="{D2E2AB78-23B3-4940-B557-261459341181}" type="presOf" srcId="{BF0EA023-FEF1-4694-ABFD-EAD8E324E344}" destId="{477F8970-F3A8-439A-BBA7-7C7489302150}" srcOrd="0" destOrd="5" presId="urn:microsoft.com/office/officeart/2005/8/layout/vList5"/>
    <dgm:cxn modelId="{23FBED7E-C19F-4CED-A225-601EA1C5A380}" type="presOf" srcId="{55E1AA9F-A89E-463A-B26F-60325AECF50F}" destId="{7C0B8FC2-86A7-4592-BE9D-01685E0B3E57}" srcOrd="0" destOrd="0" presId="urn:microsoft.com/office/officeart/2005/8/layout/vList5"/>
    <dgm:cxn modelId="{476BEC80-A234-4AA6-8534-0BEE3F33EE9D}" type="presOf" srcId="{AD5EF450-7D47-4C12-80F3-4B7E642436E3}" destId="{C527C68A-FC60-4C5F-8AB1-79FEC905B6A8}" srcOrd="0" destOrd="2" presId="urn:microsoft.com/office/officeart/2005/8/layout/vList5"/>
    <dgm:cxn modelId="{3FE8E181-01A5-4AFF-8156-A66D1301802A}" srcId="{55E1AA9F-A89E-463A-B26F-60325AECF50F}" destId="{FE4192EB-BD50-4071-9631-B195B5CB873A}" srcOrd="4" destOrd="0" parTransId="{D74E626B-95A8-4672-94C4-25E8CC692047}" sibTransId="{6C3B3991-69F9-4257-8ACD-5F5962F758D3}"/>
    <dgm:cxn modelId="{A381E794-AF6D-4795-8877-A4C5F0913A59}" srcId="{55E1AA9F-A89E-463A-B26F-60325AECF50F}" destId="{C46080EA-383B-43BF-B903-44F963365E82}" srcOrd="2" destOrd="0" parTransId="{C25D2261-BDC3-45B5-9DB7-C57268EB74A0}" sibTransId="{069DA2DC-8F7B-48E3-92DF-E9CD2985A83F}"/>
    <dgm:cxn modelId="{749386A8-1A84-497D-BEA8-B6E9427869C8}" type="presOf" srcId="{96C6C9F6-E9C9-4F42-8B1C-EF802E23653C}" destId="{5B3329DB-B4F4-46E8-A405-31C9CE3EDA8E}" srcOrd="0" destOrd="0" presId="urn:microsoft.com/office/officeart/2005/8/layout/vList5"/>
    <dgm:cxn modelId="{FDFBC9AE-E9E0-45B4-AA85-64DDFBDAAFD4}" srcId="{C396536F-53C9-4D03-A3E3-966921B5BB34}" destId="{96C6C9F6-E9C9-4F42-8B1C-EF802E23653C}" srcOrd="0" destOrd="0" parTransId="{35271005-CA83-4251-BF67-A6A203A4632C}" sibTransId="{B64CF0F1-7DCF-4426-8BC0-904F22CF88AC}"/>
    <dgm:cxn modelId="{68F78EB9-6FE8-471B-A62C-E868FD4CFB50}" srcId="{2D58754B-BFD9-4682-A774-0F991A770964}" destId="{F528FD57-919D-4283-A79F-E4619FA02AF5}" srcOrd="1" destOrd="0" parTransId="{F88D9BBC-7812-4D53-B37E-94CCD46BD31F}" sibTransId="{B4B1A0D1-2E12-4249-A1CC-A5FF1E102DCF}"/>
    <dgm:cxn modelId="{1E89EBBE-B99E-4B76-B125-92F6B2300AF5}" type="presOf" srcId="{06C0DD75-23E5-4F8C-B205-50FC047F6BB8}" destId="{C527C68A-FC60-4C5F-8AB1-79FEC905B6A8}" srcOrd="0" destOrd="0" presId="urn:microsoft.com/office/officeart/2005/8/layout/vList5"/>
    <dgm:cxn modelId="{8A7277C9-2DF5-4F48-B97D-1FE4EA3FB28D}" type="presOf" srcId="{A2C4738C-DDC3-4D6A-ABF9-64E747E7D27A}" destId="{477F8970-F3A8-439A-BBA7-7C7489302150}" srcOrd="0" destOrd="3" presId="urn:microsoft.com/office/officeart/2005/8/layout/vList5"/>
    <dgm:cxn modelId="{F5B90ED1-EDC2-42E3-B04C-4213FDDF9D4F}" type="presOf" srcId="{C46080EA-383B-43BF-B903-44F963365E82}" destId="{477F8970-F3A8-439A-BBA7-7C7489302150}" srcOrd="0" destOrd="2" presId="urn:microsoft.com/office/officeart/2005/8/layout/vList5"/>
    <dgm:cxn modelId="{48B8D7DA-9BCC-4849-A188-7CB427F117BB}" srcId="{03B6D883-E2E6-42BE-BE8D-D5016F4A5642}" destId="{968DAD5A-29AB-4A26-BB08-DFA871BCD16D}" srcOrd="0" destOrd="0" parTransId="{122F937E-0551-4FAF-8E5D-46A65BE2D772}" sibTransId="{718E239A-8FFA-4D2B-88BE-4B1DE3514440}"/>
    <dgm:cxn modelId="{9C5D40DB-736A-44E6-84D5-663B3EC35F6C}" type="presOf" srcId="{C396536F-53C9-4D03-A3E3-966921B5BB34}" destId="{B8F61CA3-0A7A-4C6B-BDFF-E94B0EF652B3}" srcOrd="0" destOrd="0" presId="urn:microsoft.com/office/officeart/2005/8/layout/vList5"/>
    <dgm:cxn modelId="{DB899FEA-ECF8-4A1C-AD01-3E53C78889D4}" srcId="{2D58754B-BFD9-4682-A774-0F991A770964}" destId="{06C0DD75-23E5-4F8C-B205-50FC047F6BB8}" srcOrd="0" destOrd="0" parTransId="{3DA22EDB-EAA3-44EC-B731-BFC579AAC773}" sibTransId="{8F0AF489-4688-44DD-8F3E-F52E1F0C797D}"/>
    <dgm:cxn modelId="{57B347F5-914A-40B3-8539-E336BCF3C982}" type="presOf" srcId="{03B6D883-E2E6-42BE-BE8D-D5016F4A5642}" destId="{6B0F4F74-A904-4884-B261-6A60BB8CBAC3}" srcOrd="0" destOrd="0" presId="urn:microsoft.com/office/officeart/2005/8/layout/vList5"/>
    <dgm:cxn modelId="{7A485FFA-22FC-464F-ABBD-8772315114A7}" srcId="{55E1AA9F-A89E-463A-B26F-60325AECF50F}" destId="{E2A466AE-8D44-4BC8-99B9-DDB4548E4FF1}" srcOrd="0" destOrd="0" parTransId="{FAA06558-3772-4EE2-AF2F-9EC0DAA3B4CD}" sibTransId="{45E61CD4-9E8D-4B5F-9F8B-70FB4F7B67CC}"/>
    <dgm:cxn modelId="{991F5977-7A4A-4CCB-B0C3-449CF3F6A7B8}" type="presParOf" srcId="{8C89D3C1-C463-4CA1-B12D-9D1C62A3EB28}" destId="{14015943-F131-4C81-A489-C21CB62A6089}" srcOrd="0" destOrd="0" presId="urn:microsoft.com/office/officeart/2005/8/layout/vList5"/>
    <dgm:cxn modelId="{71DAB71D-6D58-4C15-B3A9-57A42628EB5C}" type="presParOf" srcId="{14015943-F131-4C81-A489-C21CB62A6089}" destId="{6B0F4F74-A904-4884-B261-6A60BB8CBAC3}" srcOrd="0" destOrd="0" presId="urn:microsoft.com/office/officeart/2005/8/layout/vList5"/>
    <dgm:cxn modelId="{251D41D3-C43B-4676-A00F-E5A4C19992EC}" type="presParOf" srcId="{14015943-F131-4C81-A489-C21CB62A6089}" destId="{ECC7304C-4C58-464E-916B-7544E74D074A}" srcOrd="1" destOrd="0" presId="urn:microsoft.com/office/officeart/2005/8/layout/vList5"/>
    <dgm:cxn modelId="{18BCA208-688F-4D1F-82FF-94A62E75EEA8}" type="presParOf" srcId="{8C89D3C1-C463-4CA1-B12D-9D1C62A3EB28}" destId="{BBF6E861-2CC3-4CFE-AC05-5525ECA6456F}" srcOrd="1" destOrd="0" presId="urn:microsoft.com/office/officeart/2005/8/layout/vList5"/>
    <dgm:cxn modelId="{05E8A560-9476-4E33-9E06-027D2A9BC840}" type="presParOf" srcId="{8C89D3C1-C463-4CA1-B12D-9D1C62A3EB28}" destId="{1E26CAAE-5389-4B6E-B48D-6E363F0EFDBD}" srcOrd="2" destOrd="0" presId="urn:microsoft.com/office/officeart/2005/8/layout/vList5"/>
    <dgm:cxn modelId="{3925DA0E-2597-4484-953C-FD5C7FD10AD9}" type="presParOf" srcId="{1E26CAAE-5389-4B6E-B48D-6E363F0EFDBD}" destId="{AA692429-9522-4182-9B4A-F8CB6292EF31}" srcOrd="0" destOrd="0" presId="urn:microsoft.com/office/officeart/2005/8/layout/vList5"/>
    <dgm:cxn modelId="{EBD3849B-CDD4-468F-B961-15F93E200407}" type="presParOf" srcId="{1E26CAAE-5389-4B6E-B48D-6E363F0EFDBD}" destId="{C527C68A-FC60-4C5F-8AB1-79FEC905B6A8}" srcOrd="1" destOrd="0" presId="urn:microsoft.com/office/officeart/2005/8/layout/vList5"/>
    <dgm:cxn modelId="{C85CC8D4-B227-4AF8-8621-57EEDC97DABF}" type="presParOf" srcId="{8C89D3C1-C463-4CA1-B12D-9D1C62A3EB28}" destId="{AE1CED88-F598-402A-9542-41BB3AC579F5}" srcOrd="3" destOrd="0" presId="urn:microsoft.com/office/officeart/2005/8/layout/vList5"/>
    <dgm:cxn modelId="{24B315F6-CB6D-4BC9-84B2-7E29CF3B5C39}" type="presParOf" srcId="{8C89D3C1-C463-4CA1-B12D-9D1C62A3EB28}" destId="{033C24CF-6775-4E7B-B4A6-15E6E7B4F5F0}" srcOrd="4" destOrd="0" presId="urn:microsoft.com/office/officeart/2005/8/layout/vList5"/>
    <dgm:cxn modelId="{6E86CD69-6BBF-4E32-9599-1DE11A0BE84A}" type="presParOf" srcId="{033C24CF-6775-4E7B-B4A6-15E6E7B4F5F0}" destId="{7C0B8FC2-86A7-4592-BE9D-01685E0B3E57}" srcOrd="0" destOrd="0" presId="urn:microsoft.com/office/officeart/2005/8/layout/vList5"/>
    <dgm:cxn modelId="{E3DD2DC2-5D01-4C67-941A-8894FC296079}" type="presParOf" srcId="{033C24CF-6775-4E7B-B4A6-15E6E7B4F5F0}" destId="{477F8970-F3A8-439A-BBA7-7C7489302150}" srcOrd="1" destOrd="0" presId="urn:microsoft.com/office/officeart/2005/8/layout/vList5"/>
    <dgm:cxn modelId="{5BC6A356-4B66-410F-A528-32F75211A0FD}" type="presParOf" srcId="{8C89D3C1-C463-4CA1-B12D-9D1C62A3EB28}" destId="{A4DCF858-AC50-4D42-9D7E-6B9E82026357}" srcOrd="5" destOrd="0" presId="urn:microsoft.com/office/officeart/2005/8/layout/vList5"/>
    <dgm:cxn modelId="{F2D34B80-B17D-41AF-A07F-67541F35C3F5}" type="presParOf" srcId="{8C89D3C1-C463-4CA1-B12D-9D1C62A3EB28}" destId="{ECA2E6CB-5FDE-4002-9153-9942E60BBF69}" srcOrd="6" destOrd="0" presId="urn:microsoft.com/office/officeart/2005/8/layout/vList5"/>
    <dgm:cxn modelId="{DF8B8602-9974-4718-BE8A-65AE30BBB0B9}" type="presParOf" srcId="{ECA2E6CB-5FDE-4002-9153-9942E60BBF69}" destId="{B8F61CA3-0A7A-4C6B-BDFF-E94B0EF652B3}" srcOrd="0" destOrd="0" presId="urn:microsoft.com/office/officeart/2005/8/layout/vList5"/>
    <dgm:cxn modelId="{ED299DD3-7866-4E35-8EB4-8A2B6BB250D9}" type="presParOf" srcId="{ECA2E6CB-5FDE-4002-9153-9942E60BBF69}" destId="{5B3329DB-B4F4-46E8-A405-31C9CE3EDA8E}"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C5BD959-F282-4B17-AA1A-B754F2A20070}" type="doc">
      <dgm:prSet loTypeId="urn:microsoft.com/office/officeart/2005/8/layout/vList5" loCatId="list" qsTypeId="urn:microsoft.com/office/officeart/2005/8/quickstyle/simple1" qsCatId="simple" csTypeId="urn:microsoft.com/office/officeart/2005/8/colors/colorful5" csCatId="colorful" phldr="1"/>
      <dgm:spPr/>
      <dgm:t>
        <a:bodyPr rtlCol="0"/>
        <a:lstStyle/>
        <a:p>
          <a:pPr rtl="0"/>
          <a:endParaRPr lang="en-US"/>
        </a:p>
      </dgm:t>
    </dgm:pt>
    <dgm:pt modelId="{03B6D883-E2E6-42BE-BE8D-D5016F4A5642}">
      <dgm:prSet phldrT="[Text]"/>
      <dgm:spPr/>
      <dgm:t>
        <a:bodyPr rtlCol="0"/>
        <a:lstStyle/>
        <a:p>
          <a:pPr rtl="0"/>
          <a:r>
            <a:rPr lang="en-GB" noProof="0" dirty="0"/>
            <a:t> Import Text file</a:t>
          </a:r>
        </a:p>
      </dgm:t>
    </dgm:pt>
    <dgm:pt modelId="{D108F484-63D9-4555-8178-76120F598338}" type="parTrans" cxnId="{5B5DE06D-9268-4628-81CB-A1BA096614CC}">
      <dgm:prSet/>
      <dgm:spPr/>
      <dgm:t>
        <a:bodyPr rtlCol="0"/>
        <a:lstStyle/>
        <a:p>
          <a:pPr rtl="0"/>
          <a:endParaRPr lang="en-GB" noProof="0" dirty="0"/>
        </a:p>
      </dgm:t>
    </dgm:pt>
    <dgm:pt modelId="{AF9E9A91-CFAA-4D06-8377-0B33E1C37BE6}" type="sibTrans" cxnId="{5B5DE06D-9268-4628-81CB-A1BA096614CC}">
      <dgm:prSet/>
      <dgm:spPr/>
      <dgm:t>
        <a:bodyPr rtlCol="0"/>
        <a:lstStyle/>
        <a:p>
          <a:pPr rtl="0"/>
          <a:endParaRPr lang="en-GB" noProof="0" dirty="0"/>
        </a:p>
      </dgm:t>
    </dgm:pt>
    <dgm:pt modelId="{968DAD5A-29AB-4A26-BB08-DFA871BCD16D}">
      <dgm:prSet phldrT="[Text]"/>
      <dgm:spPr/>
      <dgm:t>
        <a:bodyPr rtlCol="0"/>
        <a:lstStyle/>
        <a:p>
          <a:pPr rtl="0"/>
          <a:r>
            <a:rPr lang="en-GB" noProof="0" dirty="0"/>
            <a:t>Create Corpus</a:t>
          </a:r>
        </a:p>
      </dgm:t>
    </dgm:pt>
    <dgm:pt modelId="{122F937E-0551-4FAF-8E5D-46A65BE2D772}" type="parTrans" cxnId="{48B8D7DA-9BCC-4849-A188-7CB427F117BB}">
      <dgm:prSet/>
      <dgm:spPr/>
      <dgm:t>
        <a:bodyPr rtlCol="0"/>
        <a:lstStyle/>
        <a:p>
          <a:pPr rtl="0"/>
          <a:endParaRPr lang="en-GB" noProof="0" dirty="0"/>
        </a:p>
      </dgm:t>
    </dgm:pt>
    <dgm:pt modelId="{718E239A-8FFA-4D2B-88BE-4B1DE3514440}" type="sibTrans" cxnId="{48B8D7DA-9BCC-4849-A188-7CB427F117BB}">
      <dgm:prSet/>
      <dgm:spPr/>
      <dgm:t>
        <a:bodyPr rtlCol="0"/>
        <a:lstStyle/>
        <a:p>
          <a:pPr rtl="0"/>
          <a:endParaRPr lang="en-GB" noProof="0" dirty="0"/>
        </a:p>
      </dgm:t>
    </dgm:pt>
    <dgm:pt modelId="{06C0DD75-23E5-4F8C-B205-50FC047F6BB8}">
      <dgm:prSet phldrT="[Text]"/>
      <dgm:spPr/>
      <dgm:t>
        <a:bodyPr rtlCol="0"/>
        <a:lstStyle/>
        <a:p>
          <a:pPr rtl="0"/>
          <a:r>
            <a:rPr lang="en-GB" noProof="0" dirty="0"/>
            <a:t> Create word cloud</a:t>
          </a:r>
        </a:p>
      </dgm:t>
    </dgm:pt>
    <dgm:pt modelId="{3DA22EDB-EAA3-44EC-B731-BFC579AAC773}" type="parTrans" cxnId="{DB899FEA-ECF8-4A1C-AD01-3E53C78889D4}">
      <dgm:prSet/>
      <dgm:spPr/>
      <dgm:t>
        <a:bodyPr rtlCol="0"/>
        <a:lstStyle/>
        <a:p>
          <a:pPr rtl="0"/>
          <a:endParaRPr lang="en-GB" noProof="0" dirty="0"/>
        </a:p>
      </dgm:t>
    </dgm:pt>
    <dgm:pt modelId="{8F0AF489-4688-44DD-8F3E-F52E1F0C797D}" type="sibTrans" cxnId="{DB899FEA-ECF8-4A1C-AD01-3E53C78889D4}">
      <dgm:prSet/>
      <dgm:spPr/>
      <dgm:t>
        <a:bodyPr rtlCol="0"/>
        <a:lstStyle/>
        <a:p>
          <a:pPr rtl="0"/>
          <a:endParaRPr lang="en-GB" noProof="0" dirty="0"/>
        </a:p>
      </dgm:t>
    </dgm:pt>
    <dgm:pt modelId="{E2A466AE-8D44-4BC8-99B9-DDB4548E4FF1}">
      <dgm:prSet phldrT="[Text]"/>
      <dgm:spPr/>
      <dgm:t>
        <a:bodyPr rtlCol="0"/>
        <a:lstStyle/>
        <a:p>
          <a:pPr rtl="0"/>
          <a:r>
            <a:rPr lang="en-GB" noProof="0" dirty="0"/>
            <a:t>Perform sentiment analysis</a:t>
          </a:r>
        </a:p>
      </dgm:t>
    </dgm:pt>
    <dgm:pt modelId="{FAA06558-3772-4EE2-AF2F-9EC0DAA3B4CD}" type="parTrans" cxnId="{7A485FFA-22FC-464F-ABBD-8772315114A7}">
      <dgm:prSet/>
      <dgm:spPr/>
      <dgm:t>
        <a:bodyPr rtlCol="0"/>
        <a:lstStyle/>
        <a:p>
          <a:pPr rtl="0"/>
          <a:endParaRPr lang="en-GB" noProof="0" dirty="0"/>
        </a:p>
      </dgm:t>
    </dgm:pt>
    <dgm:pt modelId="{45E61CD4-9E8D-4B5F-9F8B-70FB4F7B67CC}" type="sibTrans" cxnId="{7A485FFA-22FC-464F-ABBD-8772315114A7}">
      <dgm:prSet/>
      <dgm:spPr/>
      <dgm:t>
        <a:bodyPr rtlCol="0"/>
        <a:lstStyle/>
        <a:p>
          <a:pPr rtl="0"/>
          <a:endParaRPr lang="en-GB" noProof="0" dirty="0"/>
        </a:p>
      </dgm:t>
    </dgm:pt>
    <dgm:pt modelId="{96C6C9F6-E9C9-4F42-8B1C-EF802E23653C}">
      <dgm:prSet phldrT="[Text]"/>
      <dgm:spPr/>
      <dgm:t>
        <a:bodyPr rtlCol="0"/>
        <a:lstStyle/>
        <a:p>
          <a:pPr rtl="0"/>
          <a:r>
            <a:rPr lang="en-GB" noProof="0" dirty="0"/>
            <a:t>Final summary</a:t>
          </a:r>
        </a:p>
      </dgm:t>
    </dgm:pt>
    <dgm:pt modelId="{35271005-CA83-4251-BF67-A6A203A4632C}" type="parTrans" cxnId="{FDFBC9AE-E9E0-45B4-AA85-64DDFBDAAFD4}">
      <dgm:prSet/>
      <dgm:spPr/>
      <dgm:t>
        <a:bodyPr/>
        <a:lstStyle/>
        <a:p>
          <a:endParaRPr lang="en-GB"/>
        </a:p>
      </dgm:t>
    </dgm:pt>
    <dgm:pt modelId="{B64CF0F1-7DCF-4426-8BC0-904F22CF88AC}" type="sibTrans" cxnId="{FDFBC9AE-E9E0-45B4-AA85-64DDFBDAAFD4}">
      <dgm:prSet/>
      <dgm:spPr/>
      <dgm:t>
        <a:bodyPr/>
        <a:lstStyle/>
        <a:p>
          <a:endParaRPr lang="en-GB"/>
        </a:p>
      </dgm:t>
    </dgm:pt>
    <dgm:pt modelId="{C396536F-53C9-4D03-A3E3-966921B5BB34}">
      <dgm:prSet phldrT="[Text]"/>
      <dgm:spPr/>
      <dgm:t>
        <a:bodyPr rtlCol="0"/>
        <a:lstStyle/>
        <a:p>
          <a:pPr rtl="0"/>
          <a:r>
            <a:rPr lang="en-GB" noProof="0" dirty="0"/>
            <a:t>Complete</a:t>
          </a:r>
        </a:p>
      </dgm:t>
    </dgm:pt>
    <dgm:pt modelId="{80BBA991-D365-4DA8-810F-F3A06713F64C}" type="sibTrans" cxnId="{8D744A57-9C5F-4250-8B2A-DD35EBE84C78}">
      <dgm:prSet/>
      <dgm:spPr/>
      <dgm:t>
        <a:bodyPr/>
        <a:lstStyle/>
        <a:p>
          <a:endParaRPr lang="en-GB"/>
        </a:p>
      </dgm:t>
    </dgm:pt>
    <dgm:pt modelId="{F929F61D-C118-4FA6-B0E4-DF849A9E4EE2}" type="parTrans" cxnId="{8D744A57-9C5F-4250-8B2A-DD35EBE84C78}">
      <dgm:prSet/>
      <dgm:spPr/>
      <dgm:t>
        <a:bodyPr/>
        <a:lstStyle/>
        <a:p>
          <a:endParaRPr lang="en-GB"/>
        </a:p>
      </dgm:t>
    </dgm:pt>
    <dgm:pt modelId="{149D992B-9BD2-4584-947F-8F270B65E28A}">
      <dgm:prSet phldrT="[Text]"/>
      <dgm:spPr/>
      <dgm:t>
        <a:bodyPr rtlCol="0"/>
        <a:lstStyle/>
        <a:p>
          <a:pPr rtl="0"/>
          <a:r>
            <a:rPr lang="en-GB" noProof="0" dirty="0"/>
            <a:t>Clean the corpus</a:t>
          </a:r>
        </a:p>
      </dgm:t>
    </dgm:pt>
    <dgm:pt modelId="{D96EFD8A-2FEC-434C-B348-09A205BCFC58}" type="parTrans" cxnId="{DF1EBAC7-E341-4742-9481-B07727542F96}">
      <dgm:prSet/>
      <dgm:spPr/>
      <dgm:t>
        <a:bodyPr/>
        <a:lstStyle/>
        <a:p>
          <a:endParaRPr lang="en-GB"/>
        </a:p>
      </dgm:t>
    </dgm:pt>
    <dgm:pt modelId="{7546CE54-FA23-4786-B679-2DF877C81AE7}" type="sibTrans" cxnId="{DF1EBAC7-E341-4742-9481-B07727542F96}">
      <dgm:prSet/>
      <dgm:spPr/>
      <dgm:t>
        <a:bodyPr/>
        <a:lstStyle/>
        <a:p>
          <a:endParaRPr lang="en-GB"/>
        </a:p>
      </dgm:t>
    </dgm:pt>
    <dgm:pt modelId="{24C41865-514D-4E8F-A467-3594566CAE7A}">
      <dgm:prSet phldrT="[Text]"/>
      <dgm:spPr/>
      <dgm:t>
        <a:bodyPr rtlCol="0"/>
        <a:lstStyle/>
        <a:p>
          <a:pPr rtl="0"/>
          <a:r>
            <a:rPr lang="en-GB" noProof="0" dirty="0"/>
            <a:t>Create matrix</a:t>
          </a:r>
        </a:p>
      </dgm:t>
    </dgm:pt>
    <dgm:pt modelId="{3450E243-1B13-4D69-9722-4DF8E73E2EE8}" type="parTrans" cxnId="{ABC6D0DF-CB0E-46FC-AE2D-D2051705BF22}">
      <dgm:prSet/>
      <dgm:spPr/>
      <dgm:t>
        <a:bodyPr/>
        <a:lstStyle/>
        <a:p>
          <a:endParaRPr lang="en-GB"/>
        </a:p>
      </dgm:t>
    </dgm:pt>
    <dgm:pt modelId="{FA562B44-4746-4B38-8785-1E5E830933DE}" type="sibTrans" cxnId="{ABC6D0DF-CB0E-46FC-AE2D-D2051705BF22}">
      <dgm:prSet/>
      <dgm:spPr/>
      <dgm:t>
        <a:bodyPr/>
        <a:lstStyle/>
        <a:p>
          <a:endParaRPr lang="en-GB"/>
        </a:p>
      </dgm:t>
    </dgm:pt>
    <dgm:pt modelId="{D72F83BA-B9A9-47EA-B8D4-DF83B986677C}">
      <dgm:prSet phldrT="[Text]"/>
      <dgm:spPr/>
      <dgm:t>
        <a:bodyPr rtlCol="0"/>
        <a:lstStyle/>
        <a:p>
          <a:pPr rtl="0"/>
          <a:r>
            <a:rPr lang="en-GB" noProof="0" dirty="0"/>
            <a:t>Find frequent terms</a:t>
          </a:r>
        </a:p>
      </dgm:t>
    </dgm:pt>
    <dgm:pt modelId="{C60C32AA-D2F0-4504-B610-BE3C6D698FF2}" type="parTrans" cxnId="{56F3752A-A4B9-4135-960A-4292AEE479A0}">
      <dgm:prSet/>
      <dgm:spPr/>
      <dgm:t>
        <a:bodyPr/>
        <a:lstStyle/>
        <a:p>
          <a:endParaRPr lang="en-GB"/>
        </a:p>
      </dgm:t>
    </dgm:pt>
    <dgm:pt modelId="{2D065FD6-FA57-4A4B-9B63-C2DB09F0B3C5}" type="sibTrans" cxnId="{56F3752A-A4B9-4135-960A-4292AEE479A0}">
      <dgm:prSet/>
      <dgm:spPr/>
      <dgm:t>
        <a:bodyPr/>
        <a:lstStyle/>
        <a:p>
          <a:endParaRPr lang="en-GB"/>
        </a:p>
      </dgm:t>
    </dgm:pt>
    <dgm:pt modelId="{A38A8A4F-0FE9-41D0-946F-6B6987E2B8A5}">
      <dgm:prSet phldrT="[Text]"/>
      <dgm:spPr/>
      <dgm:t>
        <a:bodyPr rtlCol="0"/>
        <a:lstStyle/>
        <a:p>
          <a:pPr rtl="0"/>
          <a:r>
            <a:rPr lang="en-GB" noProof="0" dirty="0"/>
            <a:t>Find associated words</a:t>
          </a:r>
        </a:p>
      </dgm:t>
    </dgm:pt>
    <dgm:pt modelId="{ACA65727-44B8-4576-B39D-9BB8232D1776}" type="parTrans" cxnId="{8840EB86-8E1B-40BC-B999-A18FDC85216D}">
      <dgm:prSet/>
      <dgm:spPr/>
      <dgm:t>
        <a:bodyPr/>
        <a:lstStyle/>
        <a:p>
          <a:endParaRPr lang="en-GB"/>
        </a:p>
      </dgm:t>
    </dgm:pt>
    <dgm:pt modelId="{ED964E54-5394-4BB7-BD8D-523D7F1D9B93}" type="sibTrans" cxnId="{8840EB86-8E1B-40BC-B999-A18FDC85216D}">
      <dgm:prSet/>
      <dgm:spPr/>
      <dgm:t>
        <a:bodyPr/>
        <a:lstStyle/>
        <a:p>
          <a:endParaRPr lang="en-GB"/>
        </a:p>
      </dgm:t>
    </dgm:pt>
    <dgm:pt modelId="{378A5E66-23D8-4D35-B55E-B8F48344B0C7}">
      <dgm:prSet phldrT="[Text]"/>
      <dgm:spPr/>
      <dgm:t>
        <a:bodyPr rtlCol="0"/>
        <a:lstStyle/>
        <a:p>
          <a:pPr rtl="0"/>
          <a:r>
            <a:rPr lang="en-GB" noProof="0" dirty="0"/>
            <a:t>Create word cloud</a:t>
          </a:r>
        </a:p>
      </dgm:t>
    </dgm:pt>
    <dgm:pt modelId="{87C26662-B7E0-43CE-9755-AF7606B30424}" type="parTrans" cxnId="{17996588-F097-4B02-A8FB-AEE8E85E4401}">
      <dgm:prSet/>
      <dgm:spPr/>
      <dgm:t>
        <a:bodyPr/>
        <a:lstStyle/>
        <a:p>
          <a:endParaRPr lang="en-GB"/>
        </a:p>
      </dgm:t>
    </dgm:pt>
    <dgm:pt modelId="{AC5CE7EE-78DB-4E92-B2D0-39826F14CA97}" type="sibTrans" cxnId="{17996588-F097-4B02-A8FB-AEE8E85E4401}">
      <dgm:prSet/>
      <dgm:spPr/>
      <dgm:t>
        <a:bodyPr/>
        <a:lstStyle/>
        <a:p>
          <a:endParaRPr lang="en-GB"/>
        </a:p>
      </dgm:t>
    </dgm:pt>
    <dgm:pt modelId="{55E1AA9F-A89E-463A-B26F-60325AECF50F}">
      <dgm:prSet phldrT="[Text]"/>
      <dgm:spPr/>
      <dgm:t>
        <a:bodyPr rtlCol="0"/>
        <a:lstStyle/>
        <a:p>
          <a:pPr rtl="0"/>
          <a:r>
            <a:rPr lang="en-GB" noProof="0" dirty="0"/>
            <a:t>Sentiment analysis</a:t>
          </a:r>
        </a:p>
      </dgm:t>
    </dgm:pt>
    <dgm:pt modelId="{56235C5F-85CF-4318-A6B1-70B2C8267E8A}" type="sibTrans" cxnId="{77975A01-D9C6-49D2-B5F5-79AF365F0600}">
      <dgm:prSet/>
      <dgm:spPr/>
      <dgm:t>
        <a:bodyPr rtlCol="0"/>
        <a:lstStyle/>
        <a:p>
          <a:pPr rtl="0"/>
          <a:endParaRPr lang="en-GB" noProof="0" dirty="0"/>
        </a:p>
      </dgm:t>
    </dgm:pt>
    <dgm:pt modelId="{913F8117-8EB7-4283-A947-9FC99A898B4E}" type="parTrans" cxnId="{77975A01-D9C6-49D2-B5F5-79AF365F0600}">
      <dgm:prSet/>
      <dgm:spPr/>
      <dgm:t>
        <a:bodyPr rtlCol="0"/>
        <a:lstStyle/>
        <a:p>
          <a:pPr rtl="0"/>
          <a:endParaRPr lang="en-GB" noProof="0" dirty="0"/>
        </a:p>
      </dgm:t>
    </dgm:pt>
    <dgm:pt modelId="{1561F1C5-3939-4247-A36B-E2199940F441}">
      <dgm:prSet phldrT="[Text]"/>
      <dgm:spPr/>
      <dgm:t>
        <a:bodyPr rtlCol="0"/>
        <a:lstStyle/>
        <a:p>
          <a:pPr rtl="0"/>
          <a:r>
            <a:rPr lang="en-GB" noProof="0" dirty="0"/>
            <a:t>Generate trajectory plot</a:t>
          </a:r>
        </a:p>
      </dgm:t>
    </dgm:pt>
    <dgm:pt modelId="{99CE2ABA-6CCD-4654-9598-06656B4B389D}" type="parTrans" cxnId="{D8834BD2-5454-4A2D-A1C1-A9D9A9C79FDC}">
      <dgm:prSet/>
      <dgm:spPr/>
      <dgm:t>
        <a:bodyPr/>
        <a:lstStyle/>
        <a:p>
          <a:endParaRPr lang="en-GB"/>
        </a:p>
      </dgm:t>
    </dgm:pt>
    <dgm:pt modelId="{EABEF504-6AAA-43AB-8530-31300803ACB0}" type="sibTrans" cxnId="{D8834BD2-5454-4A2D-A1C1-A9D9A9C79FDC}">
      <dgm:prSet/>
      <dgm:spPr/>
      <dgm:t>
        <a:bodyPr/>
        <a:lstStyle/>
        <a:p>
          <a:endParaRPr lang="en-GB"/>
        </a:p>
      </dgm:t>
    </dgm:pt>
    <dgm:pt modelId="{9BB621D6-B66D-4004-8B88-ED51FE4FE198}">
      <dgm:prSet phldrT="[Text]"/>
      <dgm:spPr/>
      <dgm:t>
        <a:bodyPr rtlCol="0"/>
        <a:lstStyle/>
        <a:p>
          <a:pPr rtl="0"/>
          <a:r>
            <a:rPr lang="en-GB" noProof="0" dirty="0"/>
            <a:t>Sentiment analysis bar plot</a:t>
          </a:r>
        </a:p>
      </dgm:t>
    </dgm:pt>
    <dgm:pt modelId="{EF9B7A9B-255F-44E6-893B-C1EB8C901CDE}" type="parTrans" cxnId="{1903DB05-E771-4317-AB1D-3C0E343FE973}">
      <dgm:prSet/>
      <dgm:spPr/>
      <dgm:t>
        <a:bodyPr/>
        <a:lstStyle/>
        <a:p>
          <a:endParaRPr lang="en-GB"/>
        </a:p>
      </dgm:t>
    </dgm:pt>
    <dgm:pt modelId="{29A5CA6C-E14C-41A0-A94C-2493FCA62BD5}" type="sibTrans" cxnId="{1903DB05-E771-4317-AB1D-3C0E343FE973}">
      <dgm:prSet/>
      <dgm:spPr/>
      <dgm:t>
        <a:bodyPr/>
        <a:lstStyle/>
        <a:p>
          <a:endParaRPr lang="en-GB"/>
        </a:p>
      </dgm:t>
    </dgm:pt>
    <dgm:pt modelId="{AC73B827-5BA8-4AE8-84A8-5ABBA3CA1B00}">
      <dgm:prSet phldrT="[Text]"/>
      <dgm:spPr/>
      <dgm:t>
        <a:bodyPr rtlCol="0"/>
        <a:lstStyle/>
        <a:p>
          <a:pPr rtl="0"/>
          <a:r>
            <a:rPr lang="en-GB" noProof="0" dirty="0"/>
            <a:t>Frequent terms bar plot</a:t>
          </a:r>
        </a:p>
      </dgm:t>
    </dgm:pt>
    <dgm:pt modelId="{732559A9-BE42-4B61-9BA6-05B9DE761D74}" type="parTrans" cxnId="{D1975E1C-25DC-448D-87BE-F190C082DC53}">
      <dgm:prSet/>
      <dgm:spPr/>
      <dgm:t>
        <a:bodyPr/>
        <a:lstStyle/>
        <a:p>
          <a:endParaRPr lang="en-GB"/>
        </a:p>
      </dgm:t>
    </dgm:pt>
    <dgm:pt modelId="{E0584AA0-DD90-45DF-9A4A-1DB646939BAD}" type="sibTrans" cxnId="{D1975E1C-25DC-448D-87BE-F190C082DC53}">
      <dgm:prSet/>
      <dgm:spPr/>
      <dgm:t>
        <a:bodyPr/>
        <a:lstStyle/>
        <a:p>
          <a:endParaRPr lang="en-GB"/>
        </a:p>
      </dgm:t>
    </dgm:pt>
    <dgm:pt modelId="{8C89D3C1-C463-4CA1-B12D-9D1C62A3EB28}" type="pres">
      <dgm:prSet presAssocID="{9C5BD959-F282-4B17-AA1A-B754F2A20070}" presName="Name0" presStyleCnt="0">
        <dgm:presLayoutVars>
          <dgm:dir/>
          <dgm:animLvl val="lvl"/>
          <dgm:resizeHandles val="exact"/>
        </dgm:presLayoutVars>
      </dgm:prSet>
      <dgm:spPr/>
    </dgm:pt>
    <dgm:pt modelId="{14015943-F131-4C81-A489-C21CB62A6089}" type="pres">
      <dgm:prSet presAssocID="{03B6D883-E2E6-42BE-BE8D-D5016F4A5642}" presName="linNode" presStyleCnt="0"/>
      <dgm:spPr/>
    </dgm:pt>
    <dgm:pt modelId="{6B0F4F74-A904-4884-B261-6A60BB8CBAC3}" type="pres">
      <dgm:prSet presAssocID="{03B6D883-E2E6-42BE-BE8D-D5016F4A5642}" presName="parentText" presStyleLbl="node1" presStyleIdx="0" presStyleCnt="4">
        <dgm:presLayoutVars>
          <dgm:chMax val="1"/>
          <dgm:bulletEnabled val="1"/>
        </dgm:presLayoutVars>
      </dgm:prSet>
      <dgm:spPr/>
    </dgm:pt>
    <dgm:pt modelId="{ECC7304C-4C58-464E-916B-7544E74D074A}" type="pres">
      <dgm:prSet presAssocID="{03B6D883-E2E6-42BE-BE8D-D5016F4A5642}" presName="descendantText" presStyleLbl="alignAccFollowNode1" presStyleIdx="0" presStyleCnt="4">
        <dgm:presLayoutVars>
          <dgm:bulletEnabled val="1"/>
        </dgm:presLayoutVars>
      </dgm:prSet>
      <dgm:spPr/>
    </dgm:pt>
    <dgm:pt modelId="{BBF6E861-2CC3-4CFE-AC05-5525ECA6456F}" type="pres">
      <dgm:prSet presAssocID="{AF9E9A91-CFAA-4D06-8377-0B33E1C37BE6}" presName="sp" presStyleCnt="0"/>
      <dgm:spPr/>
    </dgm:pt>
    <dgm:pt modelId="{1CF123F4-7008-4C8D-819E-217E2F26FED8}" type="pres">
      <dgm:prSet presAssocID="{06C0DD75-23E5-4F8C-B205-50FC047F6BB8}" presName="linNode" presStyleCnt="0"/>
      <dgm:spPr/>
    </dgm:pt>
    <dgm:pt modelId="{A6CEC1DF-E291-4484-B4A7-E2AF121145DA}" type="pres">
      <dgm:prSet presAssocID="{06C0DD75-23E5-4F8C-B205-50FC047F6BB8}" presName="parentText" presStyleLbl="node1" presStyleIdx="1" presStyleCnt="4">
        <dgm:presLayoutVars>
          <dgm:chMax val="1"/>
          <dgm:bulletEnabled val="1"/>
        </dgm:presLayoutVars>
      </dgm:prSet>
      <dgm:spPr/>
    </dgm:pt>
    <dgm:pt modelId="{E56DE551-ADD5-4E6A-9AFF-682322D362AC}" type="pres">
      <dgm:prSet presAssocID="{06C0DD75-23E5-4F8C-B205-50FC047F6BB8}" presName="descendantText" presStyleLbl="alignAccFollowNode1" presStyleIdx="1" presStyleCnt="4">
        <dgm:presLayoutVars>
          <dgm:bulletEnabled val="1"/>
        </dgm:presLayoutVars>
      </dgm:prSet>
      <dgm:spPr/>
    </dgm:pt>
    <dgm:pt modelId="{9373B75B-952B-4D22-A7EE-C9055954136E}" type="pres">
      <dgm:prSet presAssocID="{8F0AF489-4688-44DD-8F3E-F52E1F0C797D}" presName="sp" presStyleCnt="0"/>
      <dgm:spPr/>
    </dgm:pt>
    <dgm:pt modelId="{033C24CF-6775-4E7B-B4A6-15E6E7B4F5F0}" type="pres">
      <dgm:prSet presAssocID="{55E1AA9F-A89E-463A-B26F-60325AECF50F}" presName="linNode" presStyleCnt="0"/>
      <dgm:spPr/>
    </dgm:pt>
    <dgm:pt modelId="{7C0B8FC2-86A7-4592-BE9D-01685E0B3E57}" type="pres">
      <dgm:prSet presAssocID="{55E1AA9F-A89E-463A-B26F-60325AECF50F}" presName="parentText" presStyleLbl="node1" presStyleIdx="2" presStyleCnt="4" custScaleY="101505">
        <dgm:presLayoutVars>
          <dgm:chMax val="1"/>
          <dgm:bulletEnabled val="1"/>
        </dgm:presLayoutVars>
      </dgm:prSet>
      <dgm:spPr/>
    </dgm:pt>
    <dgm:pt modelId="{477F8970-F3A8-439A-BBA7-7C7489302150}" type="pres">
      <dgm:prSet presAssocID="{55E1AA9F-A89E-463A-B26F-60325AECF50F}" presName="descendantText" presStyleLbl="alignAccFollowNode1" presStyleIdx="2" presStyleCnt="4" custScaleY="101505">
        <dgm:presLayoutVars>
          <dgm:bulletEnabled val="1"/>
        </dgm:presLayoutVars>
      </dgm:prSet>
      <dgm:spPr/>
    </dgm:pt>
    <dgm:pt modelId="{A4DCF858-AC50-4D42-9D7E-6B9E82026357}" type="pres">
      <dgm:prSet presAssocID="{56235C5F-85CF-4318-A6B1-70B2C8267E8A}" presName="sp" presStyleCnt="0"/>
      <dgm:spPr/>
    </dgm:pt>
    <dgm:pt modelId="{ECA2E6CB-5FDE-4002-9153-9942E60BBF69}" type="pres">
      <dgm:prSet presAssocID="{C396536F-53C9-4D03-A3E3-966921B5BB34}" presName="linNode" presStyleCnt="0"/>
      <dgm:spPr/>
    </dgm:pt>
    <dgm:pt modelId="{B8F61CA3-0A7A-4C6B-BDFF-E94B0EF652B3}" type="pres">
      <dgm:prSet presAssocID="{C396536F-53C9-4D03-A3E3-966921B5BB34}" presName="parentText" presStyleLbl="node1" presStyleIdx="3" presStyleCnt="4">
        <dgm:presLayoutVars>
          <dgm:chMax val="1"/>
          <dgm:bulletEnabled val="1"/>
        </dgm:presLayoutVars>
      </dgm:prSet>
      <dgm:spPr/>
    </dgm:pt>
    <dgm:pt modelId="{5B3329DB-B4F4-46E8-A405-31C9CE3EDA8E}" type="pres">
      <dgm:prSet presAssocID="{C396536F-53C9-4D03-A3E3-966921B5BB34}" presName="descendantText" presStyleLbl="alignAccFollowNode1" presStyleIdx="3" presStyleCnt="4">
        <dgm:presLayoutVars>
          <dgm:bulletEnabled val="1"/>
        </dgm:presLayoutVars>
      </dgm:prSet>
      <dgm:spPr/>
    </dgm:pt>
  </dgm:ptLst>
  <dgm:cxnLst>
    <dgm:cxn modelId="{77975A01-D9C6-49D2-B5F5-79AF365F0600}" srcId="{9C5BD959-F282-4B17-AA1A-B754F2A20070}" destId="{55E1AA9F-A89E-463A-B26F-60325AECF50F}" srcOrd="2" destOrd="0" parTransId="{913F8117-8EB7-4283-A947-9FC99A898B4E}" sibTransId="{56235C5F-85CF-4318-A6B1-70B2C8267E8A}"/>
    <dgm:cxn modelId="{1903DB05-E771-4317-AB1D-3C0E343FE973}" srcId="{55E1AA9F-A89E-463A-B26F-60325AECF50F}" destId="{9BB621D6-B66D-4004-8B88-ED51FE4FE198}" srcOrd="2" destOrd="0" parTransId="{EF9B7A9B-255F-44E6-893B-C1EB8C901CDE}" sibTransId="{29A5CA6C-E14C-41A0-A94C-2493FCA62BD5}"/>
    <dgm:cxn modelId="{D1975E1C-25DC-448D-87BE-F190C082DC53}" srcId="{06C0DD75-23E5-4F8C-B205-50FC047F6BB8}" destId="{AC73B827-5BA8-4AE8-84A8-5ABBA3CA1B00}" srcOrd="0" destOrd="0" parTransId="{732559A9-BE42-4B61-9BA6-05B9DE761D74}" sibTransId="{E0584AA0-DD90-45DF-9A4A-1DB646939BAD}"/>
    <dgm:cxn modelId="{8DDDE91D-3D99-481B-ACCF-2CD30DCBEA74}" type="presOf" srcId="{968DAD5A-29AB-4A26-BB08-DFA871BCD16D}" destId="{ECC7304C-4C58-464E-916B-7544E74D074A}" srcOrd="0" destOrd="0" presId="urn:microsoft.com/office/officeart/2005/8/layout/vList5"/>
    <dgm:cxn modelId="{97802228-A2C9-4ADD-9B59-2AA1A2DC63BD}" type="presOf" srcId="{AC73B827-5BA8-4AE8-84A8-5ABBA3CA1B00}" destId="{E56DE551-ADD5-4E6A-9AFF-682322D362AC}" srcOrd="0" destOrd="0" presId="urn:microsoft.com/office/officeart/2005/8/layout/vList5"/>
    <dgm:cxn modelId="{56F3752A-A4B9-4135-960A-4292AEE479A0}" srcId="{03B6D883-E2E6-42BE-BE8D-D5016F4A5642}" destId="{D72F83BA-B9A9-47EA-B8D4-DF83B986677C}" srcOrd="3" destOrd="0" parTransId="{C60C32AA-D2F0-4504-B610-BE3C6D698FF2}" sibTransId="{2D065FD6-FA57-4A4B-9B63-C2DB09F0B3C5}"/>
    <dgm:cxn modelId="{871FE232-6716-4A1E-96E3-E7A4A352E967}" type="presOf" srcId="{D72F83BA-B9A9-47EA-B8D4-DF83B986677C}" destId="{ECC7304C-4C58-464E-916B-7544E74D074A}" srcOrd="0" destOrd="3" presId="urn:microsoft.com/office/officeart/2005/8/layout/vList5"/>
    <dgm:cxn modelId="{045C285E-CB63-40B4-BBEA-2494AE08909A}" type="presOf" srcId="{A38A8A4F-0FE9-41D0-946F-6B6987E2B8A5}" destId="{ECC7304C-4C58-464E-916B-7544E74D074A}" srcOrd="0" destOrd="4" presId="urn:microsoft.com/office/officeart/2005/8/layout/vList5"/>
    <dgm:cxn modelId="{F25BB462-9DFB-4C98-9948-7CE3E95D4021}" type="presOf" srcId="{9C5BD959-F282-4B17-AA1A-B754F2A20070}" destId="{8C89D3C1-C463-4CA1-B12D-9D1C62A3EB28}" srcOrd="0" destOrd="0" presId="urn:microsoft.com/office/officeart/2005/8/layout/vList5"/>
    <dgm:cxn modelId="{A845F164-A37C-4175-9B29-A3CDD28249E6}" type="presOf" srcId="{149D992B-9BD2-4584-947F-8F270B65E28A}" destId="{ECC7304C-4C58-464E-916B-7544E74D074A}" srcOrd="0" destOrd="1" presId="urn:microsoft.com/office/officeart/2005/8/layout/vList5"/>
    <dgm:cxn modelId="{4751646D-7135-4BF1-A222-C77A293F2AEC}" type="presOf" srcId="{E2A466AE-8D44-4BC8-99B9-DDB4548E4FF1}" destId="{477F8970-F3A8-439A-BBA7-7C7489302150}" srcOrd="0" destOrd="0" presId="urn:microsoft.com/office/officeart/2005/8/layout/vList5"/>
    <dgm:cxn modelId="{5B5DE06D-9268-4628-81CB-A1BA096614CC}" srcId="{9C5BD959-F282-4B17-AA1A-B754F2A20070}" destId="{03B6D883-E2E6-42BE-BE8D-D5016F4A5642}" srcOrd="0" destOrd="0" parTransId="{D108F484-63D9-4555-8178-76120F598338}" sibTransId="{AF9E9A91-CFAA-4D06-8377-0B33E1C37BE6}"/>
    <dgm:cxn modelId="{2274B04F-DCCB-4ECC-A0F1-26B8D8FF0ABB}" type="presOf" srcId="{9BB621D6-B66D-4004-8B88-ED51FE4FE198}" destId="{477F8970-F3A8-439A-BBA7-7C7489302150}" srcOrd="0" destOrd="2" presId="urn:microsoft.com/office/officeart/2005/8/layout/vList5"/>
    <dgm:cxn modelId="{8D744A57-9C5F-4250-8B2A-DD35EBE84C78}" srcId="{9C5BD959-F282-4B17-AA1A-B754F2A20070}" destId="{C396536F-53C9-4D03-A3E3-966921B5BB34}" srcOrd="3" destOrd="0" parTransId="{F929F61D-C118-4FA6-B0E4-DF849A9E4EE2}" sibTransId="{80BBA991-D365-4DA8-810F-F3A06713F64C}"/>
    <dgm:cxn modelId="{7C966A7E-C99D-4AA1-B856-0411EB993CF8}" type="presOf" srcId="{06C0DD75-23E5-4F8C-B205-50FC047F6BB8}" destId="{A6CEC1DF-E291-4484-B4A7-E2AF121145DA}" srcOrd="0" destOrd="0" presId="urn:microsoft.com/office/officeart/2005/8/layout/vList5"/>
    <dgm:cxn modelId="{23FBED7E-C19F-4CED-A225-601EA1C5A380}" type="presOf" srcId="{55E1AA9F-A89E-463A-B26F-60325AECF50F}" destId="{7C0B8FC2-86A7-4592-BE9D-01685E0B3E57}" srcOrd="0" destOrd="0" presId="urn:microsoft.com/office/officeart/2005/8/layout/vList5"/>
    <dgm:cxn modelId="{8840EB86-8E1B-40BC-B999-A18FDC85216D}" srcId="{03B6D883-E2E6-42BE-BE8D-D5016F4A5642}" destId="{A38A8A4F-0FE9-41D0-946F-6B6987E2B8A5}" srcOrd="4" destOrd="0" parTransId="{ACA65727-44B8-4576-B39D-9BB8232D1776}" sibTransId="{ED964E54-5394-4BB7-BD8D-523D7F1D9B93}"/>
    <dgm:cxn modelId="{17996588-F097-4B02-A8FB-AEE8E85E4401}" srcId="{06C0DD75-23E5-4F8C-B205-50FC047F6BB8}" destId="{378A5E66-23D8-4D35-B55E-B8F48344B0C7}" srcOrd="1" destOrd="0" parTransId="{87C26662-B7E0-43CE-9755-AF7606B30424}" sibTransId="{AC5CE7EE-78DB-4E92-B2D0-39826F14CA97}"/>
    <dgm:cxn modelId="{5112EC9F-F0A4-4B18-9512-32479D494672}" type="presOf" srcId="{1561F1C5-3939-4247-A36B-E2199940F441}" destId="{477F8970-F3A8-439A-BBA7-7C7489302150}" srcOrd="0" destOrd="1" presId="urn:microsoft.com/office/officeart/2005/8/layout/vList5"/>
    <dgm:cxn modelId="{39C58DA6-9C21-449A-9704-5C3C5D16CB30}" type="presOf" srcId="{378A5E66-23D8-4D35-B55E-B8F48344B0C7}" destId="{E56DE551-ADD5-4E6A-9AFF-682322D362AC}" srcOrd="0" destOrd="1" presId="urn:microsoft.com/office/officeart/2005/8/layout/vList5"/>
    <dgm:cxn modelId="{749386A8-1A84-497D-BEA8-B6E9427869C8}" type="presOf" srcId="{96C6C9F6-E9C9-4F42-8B1C-EF802E23653C}" destId="{5B3329DB-B4F4-46E8-A405-31C9CE3EDA8E}" srcOrd="0" destOrd="0" presId="urn:microsoft.com/office/officeart/2005/8/layout/vList5"/>
    <dgm:cxn modelId="{FDFBC9AE-E9E0-45B4-AA85-64DDFBDAAFD4}" srcId="{C396536F-53C9-4D03-A3E3-966921B5BB34}" destId="{96C6C9F6-E9C9-4F42-8B1C-EF802E23653C}" srcOrd="0" destOrd="0" parTransId="{35271005-CA83-4251-BF67-A6A203A4632C}" sibTransId="{B64CF0F1-7DCF-4426-8BC0-904F22CF88AC}"/>
    <dgm:cxn modelId="{DF1EBAC7-E341-4742-9481-B07727542F96}" srcId="{03B6D883-E2E6-42BE-BE8D-D5016F4A5642}" destId="{149D992B-9BD2-4584-947F-8F270B65E28A}" srcOrd="1" destOrd="0" parTransId="{D96EFD8A-2FEC-434C-B348-09A205BCFC58}" sibTransId="{7546CE54-FA23-4786-B679-2DF877C81AE7}"/>
    <dgm:cxn modelId="{D8834BD2-5454-4A2D-A1C1-A9D9A9C79FDC}" srcId="{55E1AA9F-A89E-463A-B26F-60325AECF50F}" destId="{1561F1C5-3939-4247-A36B-E2199940F441}" srcOrd="1" destOrd="0" parTransId="{99CE2ABA-6CCD-4654-9598-06656B4B389D}" sibTransId="{EABEF504-6AAA-43AB-8530-31300803ACB0}"/>
    <dgm:cxn modelId="{07AE2DD9-3932-425D-B91E-3712523F5F7A}" type="presOf" srcId="{24C41865-514D-4E8F-A467-3594566CAE7A}" destId="{ECC7304C-4C58-464E-916B-7544E74D074A}" srcOrd="0" destOrd="2" presId="urn:microsoft.com/office/officeart/2005/8/layout/vList5"/>
    <dgm:cxn modelId="{48B8D7DA-9BCC-4849-A188-7CB427F117BB}" srcId="{03B6D883-E2E6-42BE-BE8D-D5016F4A5642}" destId="{968DAD5A-29AB-4A26-BB08-DFA871BCD16D}" srcOrd="0" destOrd="0" parTransId="{122F937E-0551-4FAF-8E5D-46A65BE2D772}" sibTransId="{718E239A-8FFA-4D2B-88BE-4B1DE3514440}"/>
    <dgm:cxn modelId="{9C5D40DB-736A-44E6-84D5-663B3EC35F6C}" type="presOf" srcId="{C396536F-53C9-4D03-A3E3-966921B5BB34}" destId="{B8F61CA3-0A7A-4C6B-BDFF-E94B0EF652B3}" srcOrd="0" destOrd="0" presId="urn:microsoft.com/office/officeart/2005/8/layout/vList5"/>
    <dgm:cxn modelId="{ABC6D0DF-CB0E-46FC-AE2D-D2051705BF22}" srcId="{03B6D883-E2E6-42BE-BE8D-D5016F4A5642}" destId="{24C41865-514D-4E8F-A467-3594566CAE7A}" srcOrd="2" destOrd="0" parTransId="{3450E243-1B13-4D69-9722-4DF8E73E2EE8}" sibTransId="{FA562B44-4746-4B38-8785-1E5E830933DE}"/>
    <dgm:cxn modelId="{DB899FEA-ECF8-4A1C-AD01-3E53C78889D4}" srcId="{9C5BD959-F282-4B17-AA1A-B754F2A20070}" destId="{06C0DD75-23E5-4F8C-B205-50FC047F6BB8}" srcOrd="1" destOrd="0" parTransId="{3DA22EDB-EAA3-44EC-B731-BFC579AAC773}" sibTransId="{8F0AF489-4688-44DD-8F3E-F52E1F0C797D}"/>
    <dgm:cxn modelId="{57B347F5-914A-40B3-8539-E336BCF3C982}" type="presOf" srcId="{03B6D883-E2E6-42BE-BE8D-D5016F4A5642}" destId="{6B0F4F74-A904-4884-B261-6A60BB8CBAC3}" srcOrd="0" destOrd="0" presId="urn:microsoft.com/office/officeart/2005/8/layout/vList5"/>
    <dgm:cxn modelId="{7A485FFA-22FC-464F-ABBD-8772315114A7}" srcId="{55E1AA9F-A89E-463A-B26F-60325AECF50F}" destId="{E2A466AE-8D44-4BC8-99B9-DDB4548E4FF1}" srcOrd="0" destOrd="0" parTransId="{FAA06558-3772-4EE2-AF2F-9EC0DAA3B4CD}" sibTransId="{45E61CD4-9E8D-4B5F-9F8B-70FB4F7B67CC}"/>
    <dgm:cxn modelId="{991F5977-7A4A-4CCB-B0C3-449CF3F6A7B8}" type="presParOf" srcId="{8C89D3C1-C463-4CA1-B12D-9D1C62A3EB28}" destId="{14015943-F131-4C81-A489-C21CB62A6089}" srcOrd="0" destOrd="0" presId="urn:microsoft.com/office/officeart/2005/8/layout/vList5"/>
    <dgm:cxn modelId="{71DAB71D-6D58-4C15-B3A9-57A42628EB5C}" type="presParOf" srcId="{14015943-F131-4C81-A489-C21CB62A6089}" destId="{6B0F4F74-A904-4884-B261-6A60BB8CBAC3}" srcOrd="0" destOrd="0" presId="urn:microsoft.com/office/officeart/2005/8/layout/vList5"/>
    <dgm:cxn modelId="{251D41D3-C43B-4676-A00F-E5A4C19992EC}" type="presParOf" srcId="{14015943-F131-4C81-A489-C21CB62A6089}" destId="{ECC7304C-4C58-464E-916B-7544E74D074A}" srcOrd="1" destOrd="0" presId="urn:microsoft.com/office/officeart/2005/8/layout/vList5"/>
    <dgm:cxn modelId="{18BCA208-688F-4D1F-82FF-94A62E75EEA8}" type="presParOf" srcId="{8C89D3C1-C463-4CA1-B12D-9D1C62A3EB28}" destId="{BBF6E861-2CC3-4CFE-AC05-5525ECA6456F}" srcOrd="1" destOrd="0" presId="urn:microsoft.com/office/officeart/2005/8/layout/vList5"/>
    <dgm:cxn modelId="{CC2195DF-7CF0-4102-AF46-A17E1FDC8AAF}" type="presParOf" srcId="{8C89D3C1-C463-4CA1-B12D-9D1C62A3EB28}" destId="{1CF123F4-7008-4C8D-819E-217E2F26FED8}" srcOrd="2" destOrd="0" presId="urn:microsoft.com/office/officeart/2005/8/layout/vList5"/>
    <dgm:cxn modelId="{258597B5-241D-48D1-A1C1-54B852FEDCF3}" type="presParOf" srcId="{1CF123F4-7008-4C8D-819E-217E2F26FED8}" destId="{A6CEC1DF-E291-4484-B4A7-E2AF121145DA}" srcOrd="0" destOrd="0" presId="urn:microsoft.com/office/officeart/2005/8/layout/vList5"/>
    <dgm:cxn modelId="{7EBF1937-E469-4EC6-9D8F-B90F9050F877}" type="presParOf" srcId="{1CF123F4-7008-4C8D-819E-217E2F26FED8}" destId="{E56DE551-ADD5-4E6A-9AFF-682322D362AC}" srcOrd="1" destOrd="0" presId="urn:microsoft.com/office/officeart/2005/8/layout/vList5"/>
    <dgm:cxn modelId="{B185BE58-9F8E-43B4-B5D4-880BC8AB2498}" type="presParOf" srcId="{8C89D3C1-C463-4CA1-B12D-9D1C62A3EB28}" destId="{9373B75B-952B-4D22-A7EE-C9055954136E}" srcOrd="3" destOrd="0" presId="urn:microsoft.com/office/officeart/2005/8/layout/vList5"/>
    <dgm:cxn modelId="{24B315F6-CB6D-4BC9-84B2-7E29CF3B5C39}" type="presParOf" srcId="{8C89D3C1-C463-4CA1-B12D-9D1C62A3EB28}" destId="{033C24CF-6775-4E7B-B4A6-15E6E7B4F5F0}" srcOrd="4" destOrd="0" presId="urn:microsoft.com/office/officeart/2005/8/layout/vList5"/>
    <dgm:cxn modelId="{6E86CD69-6BBF-4E32-9599-1DE11A0BE84A}" type="presParOf" srcId="{033C24CF-6775-4E7B-B4A6-15E6E7B4F5F0}" destId="{7C0B8FC2-86A7-4592-BE9D-01685E0B3E57}" srcOrd="0" destOrd="0" presId="urn:microsoft.com/office/officeart/2005/8/layout/vList5"/>
    <dgm:cxn modelId="{E3DD2DC2-5D01-4C67-941A-8894FC296079}" type="presParOf" srcId="{033C24CF-6775-4E7B-B4A6-15E6E7B4F5F0}" destId="{477F8970-F3A8-439A-BBA7-7C7489302150}" srcOrd="1" destOrd="0" presId="urn:microsoft.com/office/officeart/2005/8/layout/vList5"/>
    <dgm:cxn modelId="{5BC6A356-4B66-410F-A528-32F75211A0FD}" type="presParOf" srcId="{8C89D3C1-C463-4CA1-B12D-9D1C62A3EB28}" destId="{A4DCF858-AC50-4D42-9D7E-6B9E82026357}" srcOrd="5" destOrd="0" presId="urn:microsoft.com/office/officeart/2005/8/layout/vList5"/>
    <dgm:cxn modelId="{F2D34B80-B17D-41AF-A07F-67541F35C3F5}" type="presParOf" srcId="{8C89D3C1-C463-4CA1-B12D-9D1C62A3EB28}" destId="{ECA2E6CB-5FDE-4002-9153-9942E60BBF69}" srcOrd="6" destOrd="0" presId="urn:microsoft.com/office/officeart/2005/8/layout/vList5"/>
    <dgm:cxn modelId="{DF8B8602-9974-4718-BE8A-65AE30BBB0B9}" type="presParOf" srcId="{ECA2E6CB-5FDE-4002-9153-9942E60BBF69}" destId="{B8F61CA3-0A7A-4C6B-BDFF-E94B0EF652B3}" srcOrd="0" destOrd="0" presId="urn:microsoft.com/office/officeart/2005/8/layout/vList5"/>
    <dgm:cxn modelId="{ED299DD3-7866-4E35-8EB4-8A2B6BB250D9}" type="presParOf" srcId="{ECA2E6CB-5FDE-4002-9153-9942E60BBF69}" destId="{5B3329DB-B4F4-46E8-A405-31C9CE3EDA8E}"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C7304C-4C58-464E-916B-7544E74D074A}">
      <dsp:nvSpPr>
        <dsp:cNvPr id="0" name=""/>
        <dsp:cNvSpPr/>
      </dsp:nvSpPr>
      <dsp:spPr>
        <a:xfrm rot="5400000">
          <a:off x="2848773" y="-999551"/>
          <a:ext cx="868767" cy="3090030"/>
        </a:xfrm>
        <a:prstGeom prst="round2Same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rtlCol="0" anchor="ctr" anchorCtr="0">
          <a:noAutofit/>
        </a:bodyPr>
        <a:lstStyle/>
        <a:p>
          <a:pPr marL="114300" lvl="1" indent="-114300" algn="l" defTabSz="577850" rtl="0">
            <a:lnSpc>
              <a:spcPct val="90000"/>
            </a:lnSpc>
            <a:spcBef>
              <a:spcPct val="0"/>
            </a:spcBef>
            <a:spcAft>
              <a:spcPct val="15000"/>
            </a:spcAft>
            <a:buChar char="•"/>
          </a:pPr>
          <a:r>
            <a:rPr lang="en-GB" sz="1300" b="0" i="0" u="none" kern="1200" noProof="0" dirty="0"/>
            <a:t>Acquire and load data sets</a:t>
          </a:r>
          <a:endParaRPr lang="en-GB" sz="1300" kern="1200" noProof="0" dirty="0"/>
        </a:p>
      </dsp:txBody>
      <dsp:txXfrm rot="-5400000">
        <a:off x="1738142" y="153490"/>
        <a:ext cx="3047620" cy="783947"/>
      </dsp:txXfrm>
    </dsp:sp>
    <dsp:sp modelId="{6B0F4F74-A904-4884-B261-6A60BB8CBAC3}">
      <dsp:nvSpPr>
        <dsp:cNvPr id="0" name=""/>
        <dsp:cNvSpPr/>
      </dsp:nvSpPr>
      <dsp:spPr>
        <a:xfrm>
          <a:off x="0" y="2483"/>
          <a:ext cx="1738141" cy="1085959"/>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rtlCol="0" anchor="ctr" anchorCtr="0">
          <a:noAutofit/>
        </a:bodyPr>
        <a:lstStyle/>
        <a:p>
          <a:pPr marL="0" lvl="0" indent="0" algn="ctr" defTabSz="1111250" rtl="0">
            <a:lnSpc>
              <a:spcPct val="90000"/>
            </a:lnSpc>
            <a:spcBef>
              <a:spcPct val="0"/>
            </a:spcBef>
            <a:spcAft>
              <a:spcPct val="35000"/>
            </a:spcAft>
            <a:buNone/>
          </a:pPr>
          <a:r>
            <a:rPr lang="en-GB" sz="2500" kern="1200" noProof="0"/>
            <a:t>Load data</a:t>
          </a:r>
        </a:p>
      </dsp:txBody>
      <dsp:txXfrm>
        <a:off x="53012" y="55495"/>
        <a:ext cx="1632117" cy="979935"/>
      </dsp:txXfrm>
    </dsp:sp>
    <dsp:sp modelId="{C527C68A-FC60-4C5F-8AB1-79FEC905B6A8}">
      <dsp:nvSpPr>
        <dsp:cNvPr id="0" name=""/>
        <dsp:cNvSpPr/>
      </dsp:nvSpPr>
      <dsp:spPr>
        <a:xfrm rot="5400000">
          <a:off x="2848773" y="140705"/>
          <a:ext cx="868767" cy="3090030"/>
        </a:xfrm>
        <a:prstGeom prst="round2SameRect">
          <a:avLst/>
        </a:prstGeom>
        <a:solidFill>
          <a:schemeClr val="accent5">
            <a:tint val="40000"/>
            <a:alpha val="90000"/>
            <a:hueOff val="-2986166"/>
            <a:satOff val="667"/>
            <a:lumOff val="100"/>
            <a:alphaOff val="0"/>
          </a:schemeClr>
        </a:solidFill>
        <a:ln w="19050" cap="flat" cmpd="sng" algn="ctr">
          <a:solidFill>
            <a:schemeClr val="accent5">
              <a:tint val="40000"/>
              <a:alpha val="90000"/>
              <a:hueOff val="-2986166"/>
              <a:satOff val="667"/>
              <a:lumOff val="10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rtlCol="0" anchor="ctr" anchorCtr="0">
          <a:noAutofit/>
        </a:bodyPr>
        <a:lstStyle/>
        <a:p>
          <a:pPr marL="114300" lvl="1" indent="-114300" algn="l" defTabSz="577850" rtl="0">
            <a:lnSpc>
              <a:spcPct val="90000"/>
            </a:lnSpc>
            <a:spcBef>
              <a:spcPct val="0"/>
            </a:spcBef>
            <a:spcAft>
              <a:spcPct val="15000"/>
            </a:spcAft>
            <a:buChar char="•"/>
          </a:pPr>
          <a:r>
            <a:rPr lang="en-GB" sz="1300" kern="1200" noProof="0"/>
            <a:t>Explore the data sets, understanding the structure, checking for duplicate records</a:t>
          </a:r>
        </a:p>
      </dsp:txBody>
      <dsp:txXfrm rot="-5400000">
        <a:off x="1738142" y="1293746"/>
        <a:ext cx="3047620" cy="783947"/>
      </dsp:txXfrm>
    </dsp:sp>
    <dsp:sp modelId="{AA692429-9522-4182-9B4A-F8CB6292EF31}">
      <dsp:nvSpPr>
        <dsp:cNvPr id="0" name=""/>
        <dsp:cNvSpPr/>
      </dsp:nvSpPr>
      <dsp:spPr>
        <a:xfrm>
          <a:off x="0" y="1142740"/>
          <a:ext cx="1738141" cy="1085959"/>
        </a:xfrm>
        <a:prstGeom prst="roundRect">
          <a:avLst/>
        </a:prstGeom>
        <a:solidFill>
          <a:schemeClr val="accent5">
            <a:hueOff val="-3038037"/>
            <a:satOff val="-207"/>
            <a:lumOff val="4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rtlCol="0" anchor="ctr" anchorCtr="0">
          <a:noAutofit/>
        </a:bodyPr>
        <a:lstStyle/>
        <a:p>
          <a:pPr marL="0" lvl="0" indent="0" algn="ctr" defTabSz="1111250" rtl="0">
            <a:lnSpc>
              <a:spcPct val="90000"/>
            </a:lnSpc>
            <a:spcBef>
              <a:spcPct val="0"/>
            </a:spcBef>
            <a:spcAft>
              <a:spcPct val="35000"/>
            </a:spcAft>
            <a:buNone/>
          </a:pPr>
          <a:r>
            <a:rPr lang="en-GB" sz="2500" kern="1200" noProof="0"/>
            <a:t>Clean</a:t>
          </a:r>
        </a:p>
      </dsp:txBody>
      <dsp:txXfrm>
        <a:off x="53012" y="1195752"/>
        <a:ext cx="1632117" cy="979935"/>
      </dsp:txXfrm>
    </dsp:sp>
    <dsp:sp modelId="{477F8970-F3A8-439A-BBA7-7C7489302150}">
      <dsp:nvSpPr>
        <dsp:cNvPr id="0" name=""/>
        <dsp:cNvSpPr/>
      </dsp:nvSpPr>
      <dsp:spPr>
        <a:xfrm rot="5400000">
          <a:off x="2848773" y="1280962"/>
          <a:ext cx="868767" cy="3090030"/>
        </a:xfrm>
        <a:prstGeom prst="round2SameRect">
          <a:avLst/>
        </a:prstGeom>
        <a:solidFill>
          <a:schemeClr val="accent5">
            <a:tint val="40000"/>
            <a:alpha val="90000"/>
            <a:hueOff val="-5972333"/>
            <a:satOff val="1333"/>
            <a:lumOff val="200"/>
            <a:alphaOff val="0"/>
          </a:schemeClr>
        </a:solidFill>
        <a:ln w="19050" cap="flat" cmpd="sng" algn="ctr">
          <a:solidFill>
            <a:schemeClr val="accent5">
              <a:tint val="40000"/>
              <a:alpha val="90000"/>
              <a:hueOff val="-5972333"/>
              <a:satOff val="1333"/>
              <a:lumOff val="20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rtlCol="0" anchor="ctr" anchorCtr="0">
          <a:noAutofit/>
        </a:bodyPr>
        <a:lstStyle/>
        <a:p>
          <a:pPr marL="114300" lvl="1" indent="-114300" algn="l" defTabSz="577850" rtl="0">
            <a:lnSpc>
              <a:spcPct val="90000"/>
            </a:lnSpc>
            <a:spcBef>
              <a:spcPct val="0"/>
            </a:spcBef>
            <a:spcAft>
              <a:spcPct val="15000"/>
            </a:spcAft>
            <a:buChar char="•"/>
          </a:pPr>
          <a:r>
            <a:rPr lang="en-GB" sz="1300" b="0" i="0" u="none" kern="1200" noProof="0"/>
            <a:t>Merge the data sets into one master file. Create new fields where required to simplify the output. </a:t>
          </a:r>
          <a:endParaRPr lang="en-GB" sz="1300" kern="1200" noProof="0"/>
        </a:p>
      </dsp:txBody>
      <dsp:txXfrm rot="-5400000">
        <a:off x="1738142" y="2434003"/>
        <a:ext cx="3047620" cy="783947"/>
      </dsp:txXfrm>
    </dsp:sp>
    <dsp:sp modelId="{7C0B8FC2-86A7-4592-BE9D-01685E0B3E57}">
      <dsp:nvSpPr>
        <dsp:cNvPr id="0" name=""/>
        <dsp:cNvSpPr/>
      </dsp:nvSpPr>
      <dsp:spPr>
        <a:xfrm>
          <a:off x="0" y="2282997"/>
          <a:ext cx="1738141" cy="1085959"/>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rtlCol="0" anchor="ctr" anchorCtr="0">
          <a:noAutofit/>
        </a:bodyPr>
        <a:lstStyle/>
        <a:p>
          <a:pPr marL="0" lvl="0" indent="0" algn="ctr" defTabSz="1111250" rtl="0">
            <a:lnSpc>
              <a:spcPct val="90000"/>
            </a:lnSpc>
            <a:spcBef>
              <a:spcPct val="0"/>
            </a:spcBef>
            <a:spcAft>
              <a:spcPct val="35000"/>
            </a:spcAft>
            <a:buNone/>
          </a:pPr>
          <a:r>
            <a:rPr lang="en-GB" sz="2500" kern="1200" noProof="0"/>
            <a:t>Merge</a:t>
          </a:r>
        </a:p>
      </dsp:txBody>
      <dsp:txXfrm>
        <a:off x="53012" y="2336009"/>
        <a:ext cx="1632117" cy="979935"/>
      </dsp:txXfrm>
    </dsp:sp>
    <dsp:sp modelId="{A8CFDFFC-3905-4BEF-9B48-6DB08E9D0FDC}">
      <dsp:nvSpPr>
        <dsp:cNvPr id="0" name=""/>
        <dsp:cNvSpPr/>
      </dsp:nvSpPr>
      <dsp:spPr>
        <a:xfrm rot="5400000">
          <a:off x="2848773" y="2421219"/>
          <a:ext cx="868767" cy="3090030"/>
        </a:xfrm>
        <a:prstGeom prst="round2SameRect">
          <a:avLst/>
        </a:prstGeom>
        <a:solidFill>
          <a:schemeClr val="accent5">
            <a:tint val="40000"/>
            <a:alpha val="90000"/>
            <a:hueOff val="-8958499"/>
            <a:satOff val="2000"/>
            <a:lumOff val="301"/>
            <a:alphaOff val="0"/>
          </a:schemeClr>
        </a:solidFill>
        <a:ln w="19050" cap="flat" cmpd="sng" algn="ctr">
          <a:solidFill>
            <a:schemeClr val="accent5">
              <a:tint val="40000"/>
              <a:alpha val="90000"/>
              <a:hueOff val="-8958499"/>
              <a:satOff val="2000"/>
              <a:lumOff val="30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rtlCol="0" anchor="ctr" anchorCtr="0">
          <a:noAutofit/>
        </a:bodyPr>
        <a:lstStyle/>
        <a:p>
          <a:pPr marL="114300" lvl="1" indent="-114300" algn="l" defTabSz="577850" rtl="0">
            <a:lnSpc>
              <a:spcPct val="90000"/>
            </a:lnSpc>
            <a:spcBef>
              <a:spcPct val="0"/>
            </a:spcBef>
            <a:spcAft>
              <a:spcPct val="15000"/>
            </a:spcAft>
            <a:buChar char="•"/>
          </a:pPr>
          <a:r>
            <a:rPr lang="en-GB" sz="1300" b="0" i="0" u="none" kern="1200" noProof="0" dirty="0"/>
            <a:t>Explore the data set. Check for outliers and missing values. Remove or impute missing values. Convert data type as required.</a:t>
          </a:r>
          <a:endParaRPr lang="en-GB" sz="1300" kern="1200" noProof="0" dirty="0"/>
        </a:p>
      </dsp:txBody>
      <dsp:txXfrm rot="-5400000">
        <a:off x="1738142" y="3574260"/>
        <a:ext cx="3047620" cy="783947"/>
      </dsp:txXfrm>
    </dsp:sp>
    <dsp:sp modelId="{817B5369-CCE5-406F-9D4B-E14D0A0E4CF4}">
      <dsp:nvSpPr>
        <dsp:cNvPr id="0" name=""/>
        <dsp:cNvSpPr/>
      </dsp:nvSpPr>
      <dsp:spPr>
        <a:xfrm>
          <a:off x="0" y="3423255"/>
          <a:ext cx="1738141" cy="1085959"/>
        </a:xfrm>
        <a:prstGeom prst="roundRect">
          <a:avLst/>
        </a:prstGeom>
        <a:solidFill>
          <a:schemeClr val="accent5">
            <a:hueOff val="-9114112"/>
            <a:satOff val="-620"/>
            <a:lumOff val="147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rtlCol="0" anchor="ctr" anchorCtr="0">
          <a:noAutofit/>
        </a:bodyPr>
        <a:lstStyle/>
        <a:p>
          <a:pPr marL="0" lvl="0" indent="0" algn="ctr" defTabSz="1111250" rtl="0">
            <a:lnSpc>
              <a:spcPct val="90000"/>
            </a:lnSpc>
            <a:spcBef>
              <a:spcPct val="0"/>
            </a:spcBef>
            <a:spcAft>
              <a:spcPct val="35000"/>
            </a:spcAft>
            <a:buNone/>
          </a:pPr>
          <a:r>
            <a:rPr lang="en-GB" sz="2500" kern="1200" noProof="0"/>
            <a:t>Explore</a:t>
          </a:r>
        </a:p>
      </dsp:txBody>
      <dsp:txXfrm>
        <a:off x="53012" y="3476267"/>
        <a:ext cx="1632117" cy="979935"/>
      </dsp:txXfrm>
    </dsp:sp>
    <dsp:sp modelId="{73F9EC44-C03B-48A9-B479-69E57D5978E8}">
      <dsp:nvSpPr>
        <dsp:cNvPr id="0" name=""/>
        <dsp:cNvSpPr/>
      </dsp:nvSpPr>
      <dsp:spPr>
        <a:xfrm rot="5400000">
          <a:off x="2848773" y="3561476"/>
          <a:ext cx="868767" cy="3090030"/>
        </a:xfrm>
        <a:prstGeom prst="round2SameRect">
          <a:avLst/>
        </a:prstGeom>
        <a:solidFill>
          <a:schemeClr val="accent5">
            <a:tint val="40000"/>
            <a:alpha val="90000"/>
            <a:hueOff val="-11944666"/>
            <a:satOff val="2667"/>
            <a:lumOff val="401"/>
            <a:alphaOff val="0"/>
          </a:schemeClr>
        </a:solidFill>
        <a:ln w="19050" cap="flat" cmpd="sng" algn="ctr">
          <a:solidFill>
            <a:schemeClr val="accent5">
              <a:tint val="40000"/>
              <a:alpha val="90000"/>
              <a:hueOff val="-11944666"/>
              <a:satOff val="2667"/>
              <a:lumOff val="40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rtlCol="0" anchor="ctr" anchorCtr="0">
          <a:noAutofit/>
        </a:bodyPr>
        <a:lstStyle/>
        <a:p>
          <a:pPr marL="114300" lvl="1" indent="-114300" algn="l" defTabSz="577850" rtl="0">
            <a:lnSpc>
              <a:spcPct val="90000"/>
            </a:lnSpc>
            <a:spcBef>
              <a:spcPct val="0"/>
            </a:spcBef>
            <a:spcAft>
              <a:spcPct val="15000"/>
            </a:spcAft>
            <a:buChar char="•"/>
          </a:pPr>
          <a:r>
            <a:rPr lang="en-GB" sz="1300" b="0" i="0" u="none" kern="1200" noProof="0"/>
            <a:t>Generate initial graphs and preliminary analysis before moving onto phase 2. </a:t>
          </a:r>
          <a:endParaRPr lang="en-GB" sz="1300" kern="1200" noProof="0"/>
        </a:p>
      </dsp:txBody>
      <dsp:txXfrm rot="-5400000">
        <a:off x="1738142" y="4714517"/>
        <a:ext cx="3047620" cy="783947"/>
      </dsp:txXfrm>
    </dsp:sp>
    <dsp:sp modelId="{1906E199-4324-45F8-8CB6-59C6E4081975}">
      <dsp:nvSpPr>
        <dsp:cNvPr id="0" name=""/>
        <dsp:cNvSpPr/>
      </dsp:nvSpPr>
      <dsp:spPr>
        <a:xfrm>
          <a:off x="0" y="4563512"/>
          <a:ext cx="1738141" cy="1085959"/>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rtlCol="0" anchor="ctr" anchorCtr="0">
          <a:noAutofit/>
        </a:bodyPr>
        <a:lstStyle/>
        <a:p>
          <a:pPr marL="0" lvl="0" indent="0" algn="ctr" defTabSz="1111250" rtl="0">
            <a:lnSpc>
              <a:spcPct val="90000"/>
            </a:lnSpc>
            <a:spcBef>
              <a:spcPct val="0"/>
            </a:spcBef>
            <a:spcAft>
              <a:spcPct val="35000"/>
            </a:spcAft>
            <a:buNone/>
          </a:pPr>
          <a:r>
            <a:rPr lang="en-GB" sz="2500" kern="1200" noProof="0"/>
            <a:t>Complete</a:t>
          </a:r>
        </a:p>
      </dsp:txBody>
      <dsp:txXfrm>
        <a:off x="53012" y="4616524"/>
        <a:ext cx="1632117" cy="9799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C7304C-4C58-464E-916B-7544E74D074A}">
      <dsp:nvSpPr>
        <dsp:cNvPr id="0" name=""/>
        <dsp:cNvSpPr/>
      </dsp:nvSpPr>
      <dsp:spPr>
        <a:xfrm rot="5400000">
          <a:off x="2848773" y="-999551"/>
          <a:ext cx="868767" cy="3090030"/>
        </a:xfrm>
        <a:prstGeom prst="round2Same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rtlCol="0" anchor="ctr" anchorCtr="0">
          <a:noAutofit/>
        </a:bodyPr>
        <a:lstStyle/>
        <a:p>
          <a:pPr marL="171450" lvl="1" indent="-171450" algn="l" defTabSz="755650" rtl="0">
            <a:lnSpc>
              <a:spcPct val="90000"/>
            </a:lnSpc>
            <a:spcBef>
              <a:spcPct val="0"/>
            </a:spcBef>
            <a:spcAft>
              <a:spcPct val="15000"/>
            </a:spcAft>
            <a:buChar char="•"/>
          </a:pPr>
          <a:r>
            <a:rPr lang="en-GB" sz="1700" kern="1200" noProof="0" dirty="0"/>
            <a:t>Create plots</a:t>
          </a:r>
        </a:p>
      </dsp:txBody>
      <dsp:txXfrm rot="-5400000">
        <a:off x="1738142" y="153490"/>
        <a:ext cx="3047620" cy="783947"/>
      </dsp:txXfrm>
    </dsp:sp>
    <dsp:sp modelId="{6B0F4F74-A904-4884-B261-6A60BB8CBAC3}">
      <dsp:nvSpPr>
        <dsp:cNvPr id="0" name=""/>
        <dsp:cNvSpPr/>
      </dsp:nvSpPr>
      <dsp:spPr>
        <a:xfrm>
          <a:off x="0" y="2483"/>
          <a:ext cx="1738141" cy="1085959"/>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rtlCol="0" anchor="ctr" anchorCtr="0">
          <a:noAutofit/>
        </a:bodyPr>
        <a:lstStyle/>
        <a:p>
          <a:pPr marL="0" lvl="0" indent="0" algn="ctr" defTabSz="977900" rtl="0">
            <a:lnSpc>
              <a:spcPct val="90000"/>
            </a:lnSpc>
            <a:spcBef>
              <a:spcPct val="0"/>
            </a:spcBef>
            <a:spcAft>
              <a:spcPct val="35000"/>
            </a:spcAft>
            <a:buNone/>
          </a:pPr>
          <a:r>
            <a:rPr lang="en-GB" sz="2200" kern="1200" noProof="0" dirty="0"/>
            <a:t>Box whisker plots</a:t>
          </a:r>
        </a:p>
      </dsp:txBody>
      <dsp:txXfrm>
        <a:off x="53012" y="55495"/>
        <a:ext cx="1632117" cy="979935"/>
      </dsp:txXfrm>
    </dsp:sp>
    <dsp:sp modelId="{C527C68A-FC60-4C5F-8AB1-79FEC905B6A8}">
      <dsp:nvSpPr>
        <dsp:cNvPr id="0" name=""/>
        <dsp:cNvSpPr/>
      </dsp:nvSpPr>
      <dsp:spPr>
        <a:xfrm rot="5400000">
          <a:off x="2848773" y="140705"/>
          <a:ext cx="868767" cy="3090030"/>
        </a:xfrm>
        <a:prstGeom prst="round2SameRect">
          <a:avLst/>
        </a:prstGeom>
        <a:solidFill>
          <a:schemeClr val="accent5">
            <a:tint val="40000"/>
            <a:alpha val="90000"/>
            <a:hueOff val="-2986166"/>
            <a:satOff val="667"/>
            <a:lumOff val="100"/>
            <a:alphaOff val="0"/>
          </a:schemeClr>
        </a:solidFill>
        <a:ln w="19050" cap="flat" cmpd="sng" algn="ctr">
          <a:solidFill>
            <a:schemeClr val="accent5">
              <a:tint val="40000"/>
              <a:alpha val="90000"/>
              <a:hueOff val="-2986166"/>
              <a:satOff val="667"/>
              <a:lumOff val="10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rtlCol="0" anchor="ctr" anchorCtr="0">
          <a:noAutofit/>
        </a:bodyPr>
        <a:lstStyle/>
        <a:p>
          <a:pPr marL="171450" lvl="1" indent="-171450" algn="l" defTabSz="755650" rtl="0">
            <a:lnSpc>
              <a:spcPct val="90000"/>
            </a:lnSpc>
            <a:spcBef>
              <a:spcPct val="0"/>
            </a:spcBef>
            <a:spcAft>
              <a:spcPct val="15000"/>
            </a:spcAft>
            <a:buChar char="•"/>
          </a:pPr>
          <a:r>
            <a:rPr lang="en-GB" sz="1700" kern="1200" noProof="0" dirty="0"/>
            <a:t>Calculate the attritions rates, tabulate and visualise.</a:t>
          </a:r>
        </a:p>
      </dsp:txBody>
      <dsp:txXfrm rot="-5400000">
        <a:off x="1738142" y="1293746"/>
        <a:ext cx="3047620" cy="783947"/>
      </dsp:txXfrm>
    </dsp:sp>
    <dsp:sp modelId="{AA692429-9522-4182-9B4A-F8CB6292EF31}">
      <dsp:nvSpPr>
        <dsp:cNvPr id="0" name=""/>
        <dsp:cNvSpPr/>
      </dsp:nvSpPr>
      <dsp:spPr>
        <a:xfrm>
          <a:off x="0" y="1142740"/>
          <a:ext cx="1738141" cy="1085959"/>
        </a:xfrm>
        <a:prstGeom prst="roundRect">
          <a:avLst/>
        </a:prstGeom>
        <a:solidFill>
          <a:schemeClr val="accent5">
            <a:hueOff val="-3038037"/>
            <a:satOff val="-207"/>
            <a:lumOff val="4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rtlCol="0" anchor="ctr" anchorCtr="0">
          <a:noAutofit/>
        </a:bodyPr>
        <a:lstStyle/>
        <a:p>
          <a:pPr marL="0" lvl="0" indent="0" algn="ctr" defTabSz="977900" rtl="0">
            <a:lnSpc>
              <a:spcPct val="90000"/>
            </a:lnSpc>
            <a:spcBef>
              <a:spcPct val="0"/>
            </a:spcBef>
            <a:spcAft>
              <a:spcPct val="35000"/>
            </a:spcAft>
            <a:buNone/>
          </a:pPr>
          <a:r>
            <a:rPr lang="en-GB" sz="2200" kern="1200" noProof="0" dirty="0"/>
            <a:t>Attrition rate</a:t>
          </a:r>
        </a:p>
      </dsp:txBody>
      <dsp:txXfrm>
        <a:off x="53012" y="1195752"/>
        <a:ext cx="1632117" cy="979935"/>
      </dsp:txXfrm>
    </dsp:sp>
    <dsp:sp modelId="{477F8970-F3A8-439A-BBA7-7C7489302150}">
      <dsp:nvSpPr>
        <dsp:cNvPr id="0" name=""/>
        <dsp:cNvSpPr/>
      </dsp:nvSpPr>
      <dsp:spPr>
        <a:xfrm rot="5400000">
          <a:off x="2848773" y="1280962"/>
          <a:ext cx="868767" cy="3090030"/>
        </a:xfrm>
        <a:prstGeom prst="round2SameRect">
          <a:avLst/>
        </a:prstGeom>
        <a:solidFill>
          <a:schemeClr val="accent5">
            <a:tint val="40000"/>
            <a:alpha val="90000"/>
            <a:hueOff val="-5972333"/>
            <a:satOff val="1333"/>
            <a:lumOff val="200"/>
            <a:alphaOff val="0"/>
          </a:schemeClr>
        </a:solidFill>
        <a:ln w="19050" cap="flat" cmpd="sng" algn="ctr">
          <a:solidFill>
            <a:schemeClr val="accent5">
              <a:tint val="40000"/>
              <a:alpha val="90000"/>
              <a:hueOff val="-5972333"/>
              <a:satOff val="1333"/>
              <a:lumOff val="20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rtlCol="0" anchor="ctr" anchorCtr="0">
          <a:noAutofit/>
        </a:bodyPr>
        <a:lstStyle/>
        <a:p>
          <a:pPr marL="171450" lvl="1" indent="-171450" algn="l" defTabSz="755650" rtl="0">
            <a:lnSpc>
              <a:spcPct val="90000"/>
            </a:lnSpc>
            <a:spcBef>
              <a:spcPct val="0"/>
            </a:spcBef>
            <a:spcAft>
              <a:spcPct val="15000"/>
            </a:spcAft>
            <a:buChar char="•"/>
          </a:pPr>
          <a:r>
            <a:rPr lang="en-GB" sz="1700" b="0" i="0" u="none" kern="1200" noProof="0" dirty="0"/>
            <a:t>Calculate mean and median</a:t>
          </a:r>
          <a:endParaRPr lang="en-GB" sz="1700" kern="1200" noProof="0" dirty="0"/>
        </a:p>
      </dsp:txBody>
      <dsp:txXfrm rot="-5400000">
        <a:off x="1738142" y="2434003"/>
        <a:ext cx="3047620" cy="783947"/>
      </dsp:txXfrm>
    </dsp:sp>
    <dsp:sp modelId="{7C0B8FC2-86A7-4592-BE9D-01685E0B3E57}">
      <dsp:nvSpPr>
        <dsp:cNvPr id="0" name=""/>
        <dsp:cNvSpPr/>
      </dsp:nvSpPr>
      <dsp:spPr>
        <a:xfrm>
          <a:off x="0" y="2282997"/>
          <a:ext cx="1738141" cy="1085959"/>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rtlCol="0" anchor="ctr" anchorCtr="0">
          <a:noAutofit/>
        </a:bodyPr>
        <a:lstStyle/>
        <a:p>
          <a:pPr marL="0" lvl="0" indent="0" algn="ctr" defTabSz="977900" rtl="0">
            <a:lnSpc>
              <a:spcPct val="90000"/>
            </a:lnSpc>
            <a:spcBef>
              <a:spcPct val="0"/>
            </a:spcBef>
            <a:spcAft>
              <a:spcPct val="35000"/>
            </a:spcAft>
            <a:buNone/>
          </a:pPr>
          <a:r>
            <a:rPr lang="en-GB" sz="2200" kern="1200" noProof="0" dirty="0"/>
            <a:t>Mean</a:t>
          </a:r>
        </a:p>
      </dsp:txBody>
      <dsp:txXfrm>
        <a:off x="53012" y="2336009"/>
        <a:ext cx="1632117" cy="979935"/>
      </dsp:txXfrm>
    </dsp:sp>
    <dsp:sp modelId="{A8CFDFFC-3905-4BEF-9B48-6DB08E9D0FDC}">
      <dsp:nvSpPr>
        <dsp:cNvPr id="0" name=""/>
        <dsp:cNvSpPr/>
      </dsp:nvSpPr>
      <dsp:spPr>
        <a:xfrm rot="5400000">
          <a:off x="2848773" y="2421219"/>
          <a:ext cx="868767" cy="3090030"/>
        </a:xfrm>
        <a:prstGeom prst="round2SameRect">
          <a:avLst/>
        </a:prstGeom>
        <a:solidFill>
          <a:schemeClr val="accent5">
            <a:tint val="40000"/>
            <a:alpha val="90000"/>
            <a:hueOff val="-8958499"/>
            <a:satOff val="2000"/>
            <a:lumOff val="301"/>
            <a:alphaOff val="0"/>
          </a:schemeClr>
        </a:solidFill>
        <a:ln w="19050" cap="flat" cmpd="sng" algn="ctr">
          <a:solidFill>
            <a:schemeClr val="accent5">
              <a:tint val="40000"/>
              <a:alpha val="90000"/>
              <a:hueOff val="-8958499"/>
              <a:satOff val="2000"/>
              <a:lumOff val="30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rtlCol="0" anchor="ctr" anchorCtr="0">
          <a:noAutofit/>
        </a:bodyPr>
        <a:lstStyle/>
        <a:p>
          <a:pPr marL="171450" lvl="1" indent="-171450" algn="l" defTabSz="755650" rtl="0">
            <a:lnSpc>
              <a:spcPct val="90000"/>
            </a:lnSpc>
            <a:spcBef>
              <a:spcPct val="0"/>
            </a:spcBef>
            <a:spcAft>
              <a:spcPct val="15000"/>
            </a:spcAft>
            <a:buChar char="•"/>
          </a:pPr>
          <a:r>
            <a:rPr lang="en-GB" sz="1700" kern="1200" noProof="0" dirty="0"/>
            <a:t>Generate heatmap for attrition rates</a:t>
          </a:r>
        </a:p>
      </dsp:txBody>
      <dsp:txXfrm rot="-5400000">
        <a:off x="1738142" y="3574260"/>
        <a:ext cx="3047620" cy="783947"/>
      </dsp:txXfrm>
    </dsp:sp>
    <dsp:sp modelId="{817B5369-CCE5-406F-9D4B-E14D0A0E4CF4}">
      <dsp:nvSpPr>
        <dsp:cNvPr id="0" name=""/>
        <dsp:cNvSpPr/>
      </dsp:nvSpPr>
      <dsp:spPr>
        <a:xfrm>
          <a:off x="0" y="3423255"/>
          <a:ext cx="1738141" cy="1085959"/>
        </a:xfrm>
        <a:prstGeom prst="roundRect">
          <a:avLst/>
        </a:prstGeom>
        <a:solidFill>
          <a:schemeClr val="accent5">
            <a:hueOff val="-9114112"/>
            <a:satOff val="-620"/>
            <a:lumOff val="147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rtlCol="0" anchor="ctr" anchorCtr="0">
          <a:noAutofit/>
        </a:bodyPr>
        <a:lstStyle/>
        <a:p>
          <a:pPr marL="0" lvl="0" indent="0" algn="ctr" defTabSz="977900" rtl="0">
            <a:lnSpc>
              <a:spcPct val="90000"/>
            </a:lnSpc>
            <a:spcBef>
              <a:spcPct val="0"/>
            </a:spcBef>
            <a:spcAft>
              <a:spcPct val="35000"/>
            </a:spcAft>
            <a:buNone/>
          </a:pPr>
          <a:r>
            <a:rPr lang="en-GB" sz="2200" kern="1200" noProof="0" dirty="0"/>
            <a:t>Heatmap</a:t>
          </a:r>
        </a:p>
      </dsp:txBody>
      <dsp:txXfrm>
        <a:off x="53012" y="3476267"/>
        <a:ext cx="1632117" cy="979935"/>
      </dsp:txXfrm>
    </dsp:sp>
    <dsp:sp modelId="{73F9EC44-C03B-48A9-B479-69E57D5978E8}">
      <dsp:nvSpPr>
        <dsp:cNvPr id="0" name=""/>
        <dsp:cNvSpPr/>
      </dsp:nvSpPr>
      <dsp:spPr>
        <a:xfrm rot="5400000">
          <a:off x="2848773" y="3561476"/>
          <a:ext cx="868767" cy="3090030"/>
        </a:xfrm>
        <a:prstGeom prst="round2SameRect">
          <a:avLst/>
        </a:prstGeom>
        <a:solidFill>
          <a:schemeClr val="accent5">
            <a:tint val="40000"/>
            <a:alpha val="90000"/>
            <a:hueOff val="-11944666"/>
            <a:satOff val="2667"/>
            <a:lumOff val="401"/>
            <a:alphaOff val="0"/>
          </a:schemeClr>
        </a:solidFill>
        <a:ln w="19050" cap="flat" cmpd="sng" algn="ctr">
          <a:solidFill>
            <a:schemeClr val="accent5">
              <a:tint val="40000"/>
              <a:alpha val="90000"/>
              <a:hueOff val="-11944666"/>
              <a:satOff val="2667"/>
              <a:lumOff val="40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rtlCol="0" anchor="ctr" anchorCtr="0">
          <a:noAutofit/>
        </a:bodyPr>
        <a:lstStyle/>
        <a:p>
          <a:pPr marL="171450" lvl="1" indent="-171450" algn="l" defTabSz="755650" rtl="0">
            <a:lnSpc>
              <a:spcPct val="90000"/>
            </a:lnSpc>
            <a:spcBef>
              <a:spcPct val="0"/>
            </a:spcBef>
            <a:spcAft>
              <a:spcPct val="15000"/>
            </a:spcAft>
            <a:buChar char="•"/>
          </a:pPr>
          <a:r>
            <a:rPr lang="en-GB" sz="1700" b="0" i="0" u="none" kern="1200" noProof="0" dirty="0"/>
            <a:t>Moving onto phase 3. </a:t>
          </a:r>
          <a:endParaRPr lang="en-GB" sz="1700" kern="1200" noProof="0" dirty="0"/>
        </a:p>
      </dsp:txBody>
      <dsp:txXfrm rot="-5400000">
        <a:off x="1738142" y="4714517"/>
        <a:ext cx="3047620" cy="783947"/>
      </dsp:txXfrm>
    </dsp:sp>
    <dsp:sp modelId="{1906E199-4324-45F8-8CB6-59C6E4081975}">
      <dsp:nvSpPr>
        <dsp:cNvPr id="0" name=""/>
        <dsp:cNvSpPr/>
      </dsp:nvSpPr>
      <dsp:spPr>
        <a:xfrm>
          <a:off x="0" y="4563512"/>
          <a:ext cx="1738141" cy="1085959"/>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rtlCol="0" anchor="ctr" anchorCtr="0">
          <a:noAutofit/>
        </a:bodyPr>
        <a:lstStyle/>
        <a:p>
          <a:pPr marL="0" lvl="0" indent="0" algn="ctr" defTabSz="977900" rtl="0">
            <a:lnSpc>
              <a:spcPct val="90000"/>
            </a:lnSpc>
            <a:spcBef>
              <a:spcPct val="0"/>
            </a:spcBef>
            <a:spcAft>
              <a:spcPct val="35000"/>
            </a:spcAft>
            <a:buNone/>
          </a:pPr>
          <a:r>
            <a:rPr lang="en-GB" sz="2200" kern="1200" noProof="0"/>
            <a:t>Complete</a:t>
          </a:r>
        </a:p>
      </dsp:txBody>
      <dsp:txXfrm>
        <a:off x="53012" y="4616524"/>
        <a:ext cx="1632117" cy="9799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C7304C-4C58-464E-916B-7544E74D074A}">
      <dsp:nvSpPr>
        <dsp:cNvPr id="0" name=""/>
        <dsp:cNvSpPr/>
      </dsp:nvSpPr>
      <dsp:spPr>
        <a:xfrm rot="5400000">
          <a:off x="2979183" y="-990256"/>
          <a:ext cx="1055186" cy="3300496"/>
        </a:xfrm>
        <a:prstGeom prst="round2Same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rtlCol="0" anchor="ctr" anchorCtr="0">
          <a:noAutofit/>
        </a:bodyPr>
        <a:lstStyle/>
        <a:p>
          <a:pPr marL="114300" lvl="1" indent="-114300" algn="l" defTabSz="666750" rtl="0">
            <a:lnSpc>
              <a:spcPct val="90000"/>
            </a:lnSpc>
            <a:spcBef>
              <a:spcPct val="0"/>
            </a:spcBef>
            <a:spcAft>
              <a:spcPct val="15000"/>
            </a:spcAft>
            <a:buChar char="•"/>
          </a:pPr>
          <a:r>
            <a:rPr lang="en-GB" sz="1500" kern="1200" noProof="0" dirty="0"/>
            <a:t>Run model on original dataset </a:t>
          </a:r>
        </a:p>
        <a:p>
          <a:pPr marL="114300" lvl="1" indent="-114300" algn="l" defTabSz="666750" rtl="0">
            <a:lnSpc>
              <a:spcPct val="90000"/>
            </a:lnSpc>
            <a:spcBef>
              <a:spcPct val="0"/>
            </a:spcBef>
            <a:spcAft>
              <a:spcPct val="15000"/>
            </a:spcAft>
            <a:buChar char="•"/>
          </a:pPr>
          <a:r>
            <a:rPr lang="en-GB" sz="1500" kern="1200" noProof="0" dirty="0"/>
            <a:t>Remove insignificant variables</a:t>
          </a:r>
        </a:p>
      </dsp:txBody>
      <dsp:txXfrm rot="-5400000">
        <a:off x="1856528" y="183909"/>
        <a:ext cx="3248986" cy="952166"/>
      </dsp:txXfrm>
    </dsp:sp>
    <dsp:sp modelId="{6B0F4F74-A904-4884-B261-6A60BB8CBAC3}">
      <dsp:nvSpPr>
        <dsp:cNvPr id="0" name=""/>
        <dsp:cNvSpPr/>
      </dsp:nvSpPr>
      <dsp:spPr>
        <a:xfrm>
          <a:off x="0" y="499"/>
          <a:ext cx="1856529" cy="1318983"/>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rtlCol="0" anchor="ctr" anchorCtr="0">
          <a:noAutofit/>
        </a:bodyPr>
        <a:lstStyle/>
        <a:p>
          <a:pPr marL="0" lvl="0" indent="0" algn="ctr" defTabSz="1066800" rtl="0">
            <a:lnSpc>
              <a:spcPct val="90000"/>
            </a:lnSpc>
            <a:spcBef>
              <a:spcPct val="0"/>
            </a:spcBef>
            <a:spcAft>
              <a:spcPct val="35000"/>
            </a:spcAft>
            <a:buNone/>
          </a:pPr>
          <a:r>
            <a:rPr lang="en-GB" sz="2400" kern="1200" noProof="0" dirty="0"/>
            <a:t> Binary Logistic regression</a:t>
          </a:r>
        </a:p>
      </dsp:txBody>
      <dsp:txXfrm>
        <a:off x="64387" y="64886"/>
        <a:ext cx="1727755" cy="1190209"/>
      </dsp:txXfrm>
    </dsp:sp>
    <dsp:sp modelId="{C527C68A-FC60-4C5F-8AB1-79FEC905B6A8}">
      <dsp:nvSpPr>
        <dsp:cNvPr id="0" name=""/>
        <dsp:cNvSpPr/>
      </dsp:nvSpPr>
      <dsp:spPr>
        <a:xfrm rot="5400000">
          <a:off x="2979183" y="394675"/>
          <a:ext cx="1055186" cy="3300496"/>
        </a:xfrm>
        <a:prstGeom prst="round2SameRect">
          <a:avLst/>
        </a:prstGeom>
        <a:solidFill>
          <a:schemeClr val="accent5">
            <a:tint val="40000"/>
            <a:alpha val="90000"/>
            <a:hueOff val="-3981555"/>
            <a:satOff val="889"/>
            <a:lumOff val="134"/>
            <a:alphaOff val="0"/>
          </a:schemeClr>
        </a:solidFill>
        <a:ln w="19050" cap="flat" cmpd="sng" algn="ctr">
          <a:solidFill>
            <a:schemeClr val="accent5">
              <a:tint val="40000"/>
              <a:alpha val="90000"/>
              <a:hueOff val="-3981555"/>
              <a:satOff val="889"/>
              <a:lumOff val="13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rtlCol="0" anchor="ctr" anchorCtr="0">
          <a:noAutofit/>
        </a:bodyPr>
        <a:lstStyle/>
        <a:p>
          <a:pPr marL="114300" lvl="1" indent="-114300" algn="l" defTabSz="666750" rtl="0">
            <a:lnSpc>
              <a:spcPct val="90000"/>
            </a:lnSpc>
            <a:spcBef>
              <a:spcPct val="0"/>
            </a:spcBef>
            <a:spcAft>
              <a:spcPct val="15000"/>
            </a:spcAft>
            <a:buChar char="•"/>
          </a:pPr>
          <a:r>
            <a:rPr lang="en-GB" sz="1500" kern="1200" noProof="0" dirty="0"/>
            <a:t>Create test and train split 80/20</a:t>
          </a:r>
        </a:p>
        <a:p>
          <a:pPr marL="114300" lvl="1" indent="-114300" algn="l" defTabSz="666750" rtl="0">
            <a:lnSpc>
              <a:spcPct val="90000"/>
            </a:lnSpc>
            <a:spcBef>
              <a:spcPct val="0"/>
            </a:spcBef>
            <a:spcAft>
              <a:spcPct val="15000"/>
            </a:spcAft>
            <a:buChar char="•"/>
          </a:pPr>
          <a:r>
            <a:rPr lang="en-GB" sz="1500" kern="1200" noProof="0" dirty="0"/>
            <a:t>Check for multicollinearity</a:t>
          </a:r>
        </a:p>
        <a:p>
          <a:pPr marL="114300" lvl="1" indent="-114300" algn="l" defTabSz="666750" rtl="0">
            <a:lnSpc>
              <a:spcPct val="90000"/>
            </a:lnSpc>
            <a:spcBef>
              <a:spcPct val="0"/>
            </a:spcBef>
            <a:spcAft>
              <a:spcPct val="15000"/>
            </a:spcAft>
            <a:buChar char="•"/>
          </a:pPr>
          <a:r>
            <a:rPr lang="en-GB" sz="1500" kern="1200" noProof="0" dirty="0"/>
            <a:t>Find the best threshold</a:t>
          </a:r>
        </a:p>
      </dsp:txBody>
      <dsp:txXfrm rot="-5400000">
        <a:off x="1856528" y="1568840"/>
        <a:ext cx="3248986" cy="952166"/>
      </dsp:txXfrm>
    </dsp:sp>
    <dsp:sp modelId="{AA692429-9522-4182-9B4A-F8CB6292EF31}">
      <dsp:nvSpPr>
        <dsp:cNvPr id="0" name=""/>
        <dsp:cNvSpPr/>
      </dsp:nvSpPr>
      <dsp:spPr>
        <a:xfrm>
          <a:off x="0" y="1385432"/>
          <a:ext cx="1856529" cy="1318983"/>
        </a:xfrm>
        <a:prstGeom prst="roundRect">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rtlCol="0" anchor="ctr" anchorCtr="0">
          <a:noAutofit/>
        </a:bodyPr>
        <a:lstStyle/>
        <a:p>
          <a:pPr marL="0" lvl="0" indent="0" algn="ctr" defTabSz="1066800" rtl="0">
            <a:lnSpc>
              <a:spcPct val="90000"/>
            </a:lnSpc>
            <a:spcBef>
              <a:spcPct val="0"/>
            </a:spcBef>
            <a:spcAft>
              <a:spcPct val="35000"/>
            </a:spcAft>
            <a:buNone/>
          </a:pPr>
          <a:r>
            <a:rPr lang="en-GB" sz="2400" kern="1200" noProof="0" dirty="0"/>
            <a:t> Split Test and Train data sets</a:t>
          </a:r>
        </a:p>
      </dsp:txBody>
      <dsp:txXfrm>
        <a:off x="64387" y="1449819"/>
        <a:ext cx="1727755" cy="1190209"/>
      </dsp:txXfrm>
    </dsp:sp>
    <dsp:sp modelId="{477F8970-F3A8-439A-BBA7-7C7489302150}">
      <dsp:nvSpPr>
        <dsp:cNvPr id="0" name=""/>
        <dsp:cNvSpPr/>
      </dsp:nvSpPr>
      <dsp:spPr>
        <a:xfrm rot="5400000">
          <a:off x="2571406" y="2286661"/>
          <a:ext cx="1863892" cy="3297272"/>
        </a:xfrm>
        <a:prstGeom prst="round2SameRect">
          <a:avLst/>
        </a:prstGeom>
        <a:solidFill>
          <a:schemeClr val="accent5">
            <a:tint val="40000"/>
            <a:alpha val="90000"/>
            <a:hueOff val="-7963110"/>
            <a:satOff val="1778"/>
            <a:lumOff val="267"/>
            <a:alphaOff val="0"/>
          </a:schemeClr>
        </a:solidFill>
        <a:ln w="19050" cap="flat" cmpd="sng" algn="ctr">
          <a:solidFill>
            <a:schemeClr val="accent5">
              <a:tint val="40000"/>
              <a:alpha val="90000"/>
              <a:hueOff val="-7963110"/>
              <a:satOff val="1778"/>
              <a:lumOff val="26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rtlCol="0" anchor="ctr" anchorCtr="0">
          <a:noAutofit/>
        </a:bodyPr>
        <a:lstStyle/>
        <a:p>
          <a:pPr marL="114300" lvl="1" indent="-114300" algn="l" defTabSz="666750" rtl="0">
            <a:lnSpc>
              <a:spcPct val="90000"/>
            </a:lnSpc>
            <a:spcBef>
              <a:spcPct val="0"/>
            </a:spcBef>
            <a:spcAft>
              <a:spcPct val="15000"/>
            </a:spcAft>
            <a:buChar char="•"/>
          </a:pPr>
          <a:r>
            <a:rPr lang="en-GB" sz="1500" kern="1200" noProof="0" dirty="0"/>
            <a:t>Binary Logistic Regression</a:t>
          </a:r>
        </a:p>
        <a:p>
          <a:pPr marL="114300" lvl="1" indent="-114300" algn="l" defTabSz="666750" rtl="0">
            <a:lnSpc>
              <a:spcPct val="90000"/>
            </a:lnSpc>
            <a:spcBef>
              <a:spcPct val="0"/>
            </a:spcBef>
            <a:spcAft>
              <a:spcPct val="15000"/>
            </a:spcAft>
            <a:buChar char="•"/>
          </a:pPr>
          <a:r>
            <a:rPr lang="en-GB" sz="1500" kern="1200" noProof="0" dirty="0"/>
            <a:t>Naïve Bayes</a:t>
          </a:r>
        </a:p>
        <a:p>
          <a:pPr marL="114300" lvl="1" indent="-114300" algn="l" defTabSz="666750" rtl="0">
            <a:lnSpc>
              <a:spcPct val="90000"/>
            </a:lnSpc>
            <a:spcBef>
              <a:spcPct val="0"/>
            </a:spcBef>
            <a:spcAft>
              <a:spcPct val="15000"/>
            </a:spcAft>
            <a:buChar char="•"/>
          </a:pPr>
          <a:r>
            <a:rPr lang="en-GB" sz="1500" kern="1200" noProof="0" dirty="0"/>
            <a:t>Support Vector Machine</a:t>
          </a:r>
        </a:p>
        <a:p>
          <a:pPr marL="114300" lvl="1" indent="-114300" algn="l" defTabSz="666750" rtl="0">
            <a:lnSpc>
              <a:spcPct val="90000"/>
            </a:lnSpc>
            <a:spcBef>
              <a:spcPct val="0"/>
            </a:spcBef>
            <a:spcAft>
              <a:spcPct val="15000"/>
            </a:spcAft>
            <a:buChar char="•"/>
          </a:pPr>
          <a:r>
            <a:rPr lang="en-GB" sz="1500" kern="1200" noProof="0" dirty="0"/>
            <a:t>Decision tree – Classification tree</a:t>
          </a:r>
        </a:p>
        <a:p>
          <a:pPr marL="114300" lvl="1" indent="-114300" algn="l" defTabSz="666750" rtl="0">
            <a:lnSpc>
              <a:spcPct val="90000"/>
            </a:lnSpc>
            <a:spcBef>
              <a:spcPct val="0"/>
            </a:spcBef>
            <a:spcAft>
              <a:spcPct val="15000"/>
            </a:spcAft>
            <a:buChar char="•"/>
          </a:pPr>
          <a:r>
            <a:rPr lang="en-GB" sz="1500" kern="1200" noProof="0" dirty="0"/>
            <a:t>Neural Network</a:t>
          </a:r>
        </a:p>
        <a:p>
          <a:pPr marL="114300" lvl="1" indent="-114300" algn="l" defTabSz="666750" rtl="0">
            <a:lnSpc>
              <a:spcPct val="90000"/>
            </a:lnSpc>
            <a:spcBef>
              <a:spcPct val="0"/>
            </a:spcBef>
            <a:spcAft>
              <a:spcPct val="15000"/>
            </a:spcAft>
            <a:buChar char="•"/>
          </a:pPr>
          <a:r>
            <a:rPr lang="en-GB" sz="1500" kern="1200" noProof="0"/>
            <a:t>K-Nearest Neighbours</a:t>
          </a:r>
          <a:endParaRPr lang="en-GB" sz="1500" kern="1200" noProof="0" dirty="0"/>
        </a:p>
      </dsp:txBody>
      <dsp:txXfrm rot="-5400000">
        <a:off x="1854716" y="3094339"/>
        <a:ext cx="3206284" cy="1681916"/>
      </dsp:txXfrm>
    </dsp:sp>
    <dsp:sp modelId="{7C0B8FC2-86A7-4592-BE9D-01685E0B3E57}">
      <dsp:nvSpPr>
        <dsp:cNvPr id="0" name=""/>
        <dsp:cNvSpPr/>
      </dsp:nvSpPr>
      <dsp:spPr>
        <a:xfrm>
          <a:off x="0" y="2770364"/>
          <a:ext cx="1854715" cy="2329866"/>
        </a:xfrm>
        <a:prstGeom prst="roundRect">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rtlCol="0" anchor="ctr" anchorCtr="0">
          <a:noAutofit/>
        </a:bodyPr>
        <a:lstStyle/>
        <a:p>
          <a:pPr marL="0" lvl="0" indent="0" algn="ctr" defTabSz="1066800" rtl="0">
            <a:lnSpc>
              <a:spcPct val="90000"/>
            </a:lnSpc>
            <a:spcBef>
              <a:spcPct val="0"/>
            </a:spcBef>
            <a:spcAft>
              <a:spcPct val="35000"/>
            </a:spcAft>
            <a:buNone/>
          </a:pPr>
          <a:r>
            <a:rPr lang="en-GB" sz="2400" kern="1200" noProof="0" dirty="0"/>
            <a:t> Supervised learning models</a:t>
          </a:r>
        </a:p>
      </dsp:txBody>
      <dsp:txXfrm>
        <a:off x="90540" y="2860904"/>
        <a:ext cx="1673635" cy="2148786"/>
      </dsp:txXfrm>
    </dsp:sp>
    <dsp:sp modelId="{5B3329DB-B4F4-46E8-A405-31C9CE3EDA8E}">
      <dsp:nvSpPr>
        <dsp:cNvPr id="0" name=""/>
        <dsp:cNvSpPr/>
      </dsp:nvSpPr>
      <dsp:spPr>
        <a:xfrm rot="5400000">
          <a:off x="2979183" y="4175423"/>
          <a:ext cx="1055186" cy="3300496"/>
        </a:xfrm>
        <a:prstGeom prst="round2SameRect">
          <a:avLst/>
        </a:prstGeom>
        <a:solidFill>
          <a:schemeClr val="accent5">
            <a:tint val="40000"/>
            <a:alpha val="90000"/>
            <a:hueOff val="-11944666"/>
            <a:satOff val="2667"/>
            <a:lumOff val="401"/>
            <a:alphaOff val="0"/>
          </a:schemeClr>
        </a:solidFill>
        <a:ln w="19050" cap="flat" cmpd="sng" algn="ctr">
          <a:solidFill>
            <a:schemeClr val="accent5">
              <a:tint val="40000"/>
              <a:alpha val="90000"/>
              <a:hueOff val="-11944666"/>
              <a:satOff val="2667"/>
              <a:lumOff val="40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rtlCol="0" anchor="ctr" anchorCtr="0">
          <a:noAutofit/>
        </a:bodyPr>
        <a:lstStyle/>
        <a:p>
          <a:pPr marL="114300" lvl="1" indent="-114300" algn="l" defTabSz="666750" rtl="0">
            <a:lnSpc>
              <a:spcPct val="90000"/>
            </a:lnSpc>
            <a:spcBef>
              <a:spcPct val="0"/>
            </a:spcBef>
            <a:spcAft>
              <a:spcPct val="15000"/>
            </a:spcAft>
            <a:buChar char="•"/>
          </a:pPr>
          <a:r>
            <a:rPr lang="en-GB" sz="1500" b="0" i="0" u="none" kern="1200" noProof="0" dirty="0"/>
            <a:t>Moving onto phase 4. </a:t>
          </a:r>
          <a:endParaRPr lang="en-GB" sz="1500" kern="1200" noProof="0" dirty="0"/>
        </a:p>
      </dsp:txBody>
      <dsp:txXfrm rot="-5400000">
        <a:off x="1856528" y="5349588"/>
        <a:ext cx="3248986" cy="952166"/>
      </dsp:txXfrm>
    </dsp:sp>
    <dsp:sp modelId="{B8F61CA3-0A7A-4C6B-BDFF-E94B0EF652B3}">
      <dsp:nvSpPr>
        <dsp:cNvPr id="0" name=""/>
        <dsp:cNvSpPr/>
      </dsp:nvSpPr>
      <dsp:spPr>
        <a:xfrm>
          <a:off x="0" y="5166180"/>
          <a:ext cx="1856529" cy="1318983"/>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rtlCol="0" anchor="ctr" anchorCtr="0">
          <a:noAutofit/>
        </a:bodyPr>
        <a:lstStyle/>
        <a:p>
          <a:pPr marL="0" lvl="0" indent="0" algn="ctr" defTabSz="1066800" rtl="0">
            <a:lnSpc>
              <a:spcPct val="90000"/>
            </a:lnSpc>
            <a:spcBef>
              <a:spcPct val="0"/>
            </a:spcBef>
            <a:spcAft>
              <a:spcPct val="35000"/>
            </a:spcAft>
            <a:buNone/>
          </a:pPr>
          <a:r>
            <a:rPr lang="en-GB" sz="2400" kern="1200" noProof="0" dirty="0"/>
            <a:t>Complete</a:t>
          </a:r>
        </a:p>
      </dsp:txBody>
      <dsp:txXfrm>
        <a:off x="64387" y="5230567"/>
        <a:ext cx="1727755" cy="119020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C7304C-4C58-464E-916B-7544E74D074A}">
      <dsp:nvSpPr>
        <dsp:cNvPr id="0" name=""/>
        <dsp:cNvSpPr/>
      </dsp:nvSpPr>
      <dsp:spPr>
        <a:xfrm rot="5400000">
          <a:off x="2884178" y="-870609"/>
          <a:ext cx="1245196" cy="3300496"/>
        </a:xfrm>
        <a:prstGeom prst="round2Same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rtlCol="0" anchor="ctr" anchorCtr="0">
          <a:noAutofit/>
        </a:bodyPr>
        <a:lstStyle/>
        <a:p>
          <a:pPr marL="114300" lvl="1" indent="-114300" algn="l" defTabSz="577850" rtl="0">
            <a:lnSpc>
              <a:spcPct val="90000"/>
            </a:lnSpc>
            <a:spcBef>
              <a:spcPct val="0"/>
            </a:spcBef>
            <a:spcAft>
              <a:spcPct val="15000"/>
            </a:spcAft>
            <a:buChar char="•"/>
          </a:pPr>
          <a:r>
            <a:rPr lang="en-GB" sz="1300" kern="1200" noProof="0" dirty="0"/>
            <a:t>Create Corpus</a:t>
          </a:r>
        </a:p>
        <a:p>
          <a:pPr marL="114300" lvl="1" indent="-114300" algn="l" defTabSz="577850" rtl="0">
            <a:lnSpc>
              <a:spcPct val="90000"/>
            </a:lnSpc>
            <a:spcBef>
              <a:spcPct val="0"/>
            </a:spcBef>
            <a:spcAft>
              <a:spcPct val="15000"/>
            </a:spcAft>
            <a:buChar char="•"/>
          </a:pPr>
          <a:r>
            <a:rPr lang="en-GB" sz="1300" kern="1200" noProof="0" dirty="0"/>
            <a:t>Clean the corpus</a:t>
          </a:r>
        </a:p>
        <a:p>
          <a:pPr marL="114300" lvl="1" indent="-114300" algn="l" defTabSz="577850" rtl="0">
            <a:lnSpc>
              <a:spcPct val="90000"/>
            </a:lnSpc>
            <a:spcBef>
              <a:spcPct val="0"/>
            </a:spcBef>
            <a:spcAft>
              <a:spcPct val="15000"/>
            </a:spcAft>
            <a:buChar char="•"/>
          </a:pPr>
          <a:r>
            <a:rPr lang="en-GB" sz="1300" kern="1200" noProof="0" dirty="0"/>
            <a:t>Create matrix</a:t>
          </a:r>
        </a:p>
        <a:p>
          <a:pPr marL="114300" lvl="1" indent="-114300" algn="l" defTabSz="577850" rtl="0">
            <a:lnSpc>
              <a:spcPct val="90000"/>
            </a:lnSpc>
            <a:spcBef>
              <a:spcPct val="0"/>
            </a:spcBef>
            <a:spcAft>
              <a:spcPct val="15000"/>
            </a:spcAft>
            <a:buChar char="•"/>
          </a:pPr>
          <a:r>
            <a:rPr lang="en-GB" sz="1300" kern="1200" noProof="0" dirty="0"/>
            <a:t>Find frequent terms</a:t>
          </a:r>
        </a:p>
        <a:p>
          <a:pPr marL="114300" lvl="1" indent="-114300" algn="l" defTabSz="577850" rtl="0">
            <a:lnSpc>
              <a:spcPct val="90000"/>
            </a:lnSpc>
            <a:spcBef>
              <a:spcPct val="0"/>
            </a:spcBef>
            <a:spcAft>
              <a:spcPct val="15000"/>
            </a:spcAft>
            <a:buChar char="•"/>
          </a:pPr>
          <a:r>
            <a:rPr lang="en-GB" sz="1300" kern="1200" noProof="0" dirty="0"/>
            <a:t>Find associated words</a:t>
          </a:r>
        </a:p>
      </dsp:txBody>
      <dsp:txXfrm rot="-5400000">
        <a:off x="1856529" y="217825"/>
        <a:ext cx="3239711" cy="1123626"/>
      </dsp:txXfrm>
    </dsp:sp>
    <dsp:sp modelId="{6B0F4F74-A904-4884-B261-6A60BB8CBAC3}">
      <dsp:nvSpPr>
        <dsp:cNvPr id="0" name=""/>
        <dsp:cNvSpPr/>
      </dsp:nvSpPr>
      <dsp:spPr>
        <a:xfrm>
          <a:off x="0" y="1390"/>
          <a:ext cx="1856529" cy="1556495"/>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rtlCol="0" anchor="ctr" anchorCtr="0">
          <a:noAutofit/>
        </a:bodyPr>
        <a:lstStyle/>
        <a:p>
          <a:pPr marL="0" lvl="0" indent="0" algn="ctr" defTabSz="1155700" rtl="0">
            <a:lnSpc>
              <a:spcPct val="90000"/>
            </a:lnSpc>
            <a:spcBef>
              <a:spcPct val="0"/>
            </a:spcBef>
            <a:spcAft>
              <a:spcPct val="35000"/>
            </a:spcAft>
            <a:buNone/>
          </a:pPr>
          <a:r>
            <a:rPr lang="en-GB" sz="2600" kern="1200" noProof="0" dirty="0"/>
            <a:t> Import Text file</a:t>
          </a:r>
        </a:p>
      </dsp:txBody>
      <dsp:txXfrm>
        <a:off x="75982" y="77372"/>
        <a:ext cx="1704565" cy="1404531"/>
      </dsp:txXfrm>
    </dsp:sp>
    <dsp:sp modelId="{E56DE551-ADD5-4E6A-9AFF-682322D362AC}">
      <dsp:nvSpPr>
        <dsp:cNvPr id="0" name=""/>
        <dsp:cNvSpPr/>
      </dsp:nvSpPr>
      <dsp:spPr>
        <a:xfrm rot="5400000">
          <a:off x="2884178" y="763710"/>
          <a:ext cx="1245196" cy="3300496"/>
        </a:xfrm>
        <a:prstGeom prst="round2SameRect">
          <a:avLst/>
        </a:prstGeom>
        <a:solidFill>
          <a:schemeClr val="accent5">
            <a:tint val="40000"/>
            <a:alpha val="90000"/>
            <a:hueOff val="-3981555"/>
            <a:satOff val="889"/>
            <a:lumOff val="134"/>
            <a:alphaOff val="0"/>
          </a:schemeClr>
        </a:solidFill>
        <a:ln w="19050" cap="flat" cmpd="sng" algn="ctr">
          <a:solidFill>
            <a:schemeClr val="accent5">
              <a:tint val="40000"/>
              <a:alpha val="90000"/>
              <a:hueOff val="-3981555"/>
              <a:satOff val="889"/>
              <a:lumOff val="13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rtlCol="0" anchor="ctr" anchorCtr="0">
          <a:noAutofit/>
        </a:bodyPr>
        <a:lstStyle/>
        <a:p>
          <a:pPr marL="114300" lvl="1" indent="-114300" algn="l" defTabSz="577850" rtl="0">
            <a:lnSpc>
              <a:spcPct val="90000"/>
            </a:lnSpc>
            <a:spcBef>
              <a:spcPct val="0"/>
            </a:spcBef>
            <a:spcAft>
              <a:spcPct val="15000"/>
            </a:spcAft>
            <a:buChar char="•"/>
          </a:pPr>
          <a:r>
            <a:rPr lang="en-GB" sz="1300" kern="1200" noProof="0" dirty="0"/>
            <a:t>Frequent terms bar plot</a:t>
          </a:r>
        </a:p>
        <a:p>
          <a:pPr marL="114300" lvl="1" indent="-114300" algn="l" defTabSz="577850" rtl="0">
            <a:lnSpc>
              <a:spcPct val="90000"/>
            </a:lnSpc>
            <a:spcBef>
              <a:spcPct val="0"/>
            </a:spcBef>
            <a:spcAft>
              <a:spcPct val="15000"/>
            </a:spcAft>
            <a:buChar char="•"/>
          </a:pPr>
          <a:r>
            <a:rPr lang="en-GB" sz="1300" kern="1200" noProof="0" dirty="0"/>
            <a:t>Create word cloud</a:t>
          </a:r>
        </a:p>
      </dsp:txBody>
      <dsp:txXfrm rot="-5400000">
        <a:off x="1856529" y="1852145"/>
        <a:ext cx="3239711" cy="1123626"/>
      </dsp:txXfrm>
    </dsp:sp>
    <dsp:sp modelId="{A6CEC1DF-E291-4484-B4A7-E2AF121145DA}">
      <dsp:nvSpPr>
        <dsp:cNvPr id="0" name=""/>
        <dsp:cNvSpPr/>
      </dsp:nvSpPr>
      <dsp:spPr>
        <a:xfrm>
          <a:off x="0" y="1635710"/>
          <a:ext cx="1856529" cy="1556495"/>
        </a:xfrm>
        <a:prstGeom prst="roundRect">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rtlCol="0" anchor="ctr" anchorCtr="0">
          <a:noAutofit/>
        </a:bodyPr>
        <a:lstStyle/>
        <a:p>
          <a:pPr marL="0" lvl="0" indent="0" algn="ctr" defTabSz="1155700" rtl="0">
            <a:lnSpc>
              <a:spcPct val="90000"/>
            </a:lnSpc>
            <a:spcBef>
              <a:spcPct val="0"/>
            </a:spcBef>
            <a:spcAft>
              <a:spcPct val="35000"/>
            </a:spcAft>
            <a:buNone/>
          </a:pPr>
          <a:r>
            <a:rPr lang="en-GB" sz="2600" kern="1200" noProof="0" dirty="0"/>
            <a:t> Create word cloud</a:t>
          </a:r>
        </a:p>
      </dsp:txBody>
      <dsp:txXfrm>
        <a:off x="75982" y="1711692"/>
        <a:ext cx="1704565" cy="1404531"/>
      </dsp:txXfrm>
    </dsp:sp>
    <dsp:sp modelId="{477F8970-F3A8-439A-BBA7-7C7489302150}">
      <dsp:nvSpPr>
        <dsp:cNvPr id="0" name=""/>
        <dsp:cNvSpPr/>
      </dsp:nvSpPr>
      <dsp:spPr>
        <a:xfrm rot="5400000">
          <a:off x="2871383" y="2411355"/>
          <a:ext cx="1263936" cy="3297272"/>
        </a:xfrm>
        <a:prstGeom prst="round2SameRect">
          <a:avLst/>
        </a:prstGeom>
        <a:solidFill>
          <a:schemeClr val="accent5">
            <a:tint val="40000"/>
            <a:alpha val="90000"/>
            <a:hueOff val="-7963110"/>
            <a:satOff val="1778"/>
            <a:lumOff val="267"/>
            <a:alphaOff val="0"/>
          </a:schemeClr>
        </a:solidFill>
        <a:ln w="19050" cap="flat" cmpd="sng" algn="ctr">
          <a:solidFill>
            <a:schemeClr val="accent5">
              <a:tint val="40000"/>
              <a:alpha val="90000"/>
              <a:hueOff val="-7963110"/>
              <a:satOff val="1778"/>
              <a:lumOff val="26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rtlCol="0" anchor="ctr" anchorCtr="0">
          <a:noAutofit/>
        </a:bodyPr>
        <a:lstStyle/>
        <a:p>
          <a:pPr marL="114300" lvl="1" indent="-114300" algn="l" defTabSz="577850" rtl="0">
            <a:lnSpc>
              <a:spcPct val="90000"/>
            </a:lnSpc>
            <a:spcBef>
              <a:spcPct val="0"/>
            </a:spcBef>
            <a:spcAft>
              <a:spcPct val="15000"/>
            </a:spcAft>
            <a:buChar char="•"/>
          </a:pPr>
          <a:r>
            <a:rPr lang="en-GB" sz="1300" kern="1200" noProof="0" dirty="0"/>
            <a:t>Perform sentiment analysis</a:t>
          </a:r>
        </a:p>
        <a:p>
          <a:pPr marL="114300" lvl="1" indent="-114300" algn="l" defTabSz="577850" rtl="0">
            <a:lnSpc>
              <a:spcPct val="90000"/>
            </a:lnSpc>
            <a:spcBef>
              <a:spcPct val="0"/>
            </a:spcBef>
            <a:spcAft>
              <a:spcPct val="15000"/>
            </a:spcAft>
            <a:buChar char="•"/>
          </a:pPr>
          <a:r>
            <a:rPr lang="en-GB" sz="1300" kern="1200" noProof="0" dirty="0"/>
            <a:t>Generate trajectory plot</a:t>
          </a:r>
        </a:p>
        <a:p>
          <a:pPr marL="114300" lvl="1" indent="-114300" algn="l" defTabSz="577850" rtl="0">
            <a:lnSpc>
              <a:spcPct val="90000"/>
            </a:lnSpc>
            <a:spcBef>
              <a:spcPct val="0"/>
            </a:spcBef>
            <a:spcAft>
              <a:spcPct val="15000"/>
            </a:spcAft>
            <a:buChar char="•"/>
          </a:pPr>
          <a:r>
            <a:rPr lang="en-GB" sz="1300" kern="1200" noProof="0" dirty="0"/>
            <a:t>Sentiment analysis bar plot</a:t>
          </a:r>
        </a:p>
      </dsp:txBody>
      <dsp:txXfrm rot="-5400000">
        <a:off x="1854715" y="3489723"/>
        <a:ext cx="3235572" cy="1140536"/>
      </dsp:txXfrm>
    </dsp:sp>
    <dsp:sp modelId="{7C0B8FC2-86A7-4592-BE9D-01685E0B3E57}">
      <dsp:nvSpPr>
        <dsp:cNvPr id="0" name=""/>
        <dsp:cNvSpPr/>
      </dsp:nvSpPr>
      <dsp:spPr>
        <a:xfrm>
          <a:off x="0" y="3270031"/>
          <a:ext cx="1854715" cy="1579921"/>
        </a:xfrm>
        <a:prstGeom prst="roundRect">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rtlCol="0" anchor="ctr" anchorCtr="0">
          <a:noAutofit/>
        </a:bodyPr>
        <a:lstStyle/>
        <a:p>
          <a:pPr marL="0" lvl="0" indent="0" algn="ctr" defTabSz="1155700" rtl="0">
            <a:lnSpc>
              <a:spcPct val="90000"/>
            </a:lnSpc>
            <a:spcBef>
              <a:spcPct val="0"/>
            </a:spcBef>
            <a:spcAft>
              <a:spcPct val="35000"/>
            </a:spcAft>
            <a:buNone/>
          </a:pPr>
          <a:r>
            <a:rPr lang="en-GB" sz="2600" kern="1200" noProof="0" dirty="0"/>
            <a:t>Sentiment analysis</a:t>
          </a:r>
        </a:p>
      </dsp:txBody>
      <dsp:txXfrm>
        <a:off x="77125" y="3347156"/>
        <a:ext cx="1700465" cy="1425671"/>
      </dsp:txXfrm>
    </dsp:sp>
    <dsp:sp modelId="{5B3329DB-B4F4-46E8-A405-31C9CE3EDA8E}">
      <dsp:nvSpPr>
        <dsp:cNvPr id="0" name=""/>
        <dsp:cNvSpPr/>
      </dsp:nvSpPr>
      <dsp:spPr>
        <a:xfrm rot="5400000">
          <a:off x="2884178" y="4055776"/>
          <a:ext cx="1245196" cy="3300496"/>
        </a:xfrm>
        <a:prstGeom prst="round2SameRect">
          <a:avLst/>
        </a:prstGeom>
        <a:solidFill>
          <a:schemeClr val="accent5">
            <a:tint val="40000"/>
            <a:alpha val="90000"/>
            <a:hueOff val="-11944666"/>
            <a:satOff val="2667"/>
            <a:lumOff val="401"/>
            <a:alphaOff val="0"/>
          </a:schemeClr>
        </a:solidFill>
        <a:ln w="19050" cap="flat" cmpd="sng" algn="ctr">
          <a:solidFill>
            <a:schemeClr val="accent5">
              <a:tint val="40000"/>
              <a:alpha val="90000"/>
              <a:hueOff val="-11944666"/>
              <a:satOff val="2667"/>
              <a:lumOff val="40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rtlCol="0" anchor="ctr" anchorCtr="0">
          <a:noAutofit/>
        </a:bodyPr>
        <a:lstStyle/>
        <a:p>
          <a:pPr marL="114300" lvl="1" indent="-114300" algn="l" defTabSz="577850" rtl="0">
            <a:lnSpc>
              <a:spcPct val="90000"/>
            </a:lnSpc>
            <a:spcBef>
              <a:spcPct val="0"/>
            </a:spcBef>
            <a:spcAft>
              <a:spcPct val="15000"/>
            </a:spcAft>
            <a:buChar char="•"/>
          </a:pPr>
          <a:r>
            <a:rPr lang="en-GB" sz="1300" kern="1200" noProof="0" dirty="0"/>
            <a:t>Final summary</a:t>
          </a:r>
        </a:p>
      </dsp:txBody>
      <dsp:txXfrm rot="-5400000">
        <a:off x="1856529" y="5144211"/>
        <a:ext cx="3239711" cy="1123626"/>
      </dsp:txXfrm>
    </dsp:sp>
    <dsp:sp modelId="{B8F61CA3-0A7A-4C6B-BDFF-E94B0EF652B3}">
      <dsp:nvSpPr>
        <dsp:cNvPr id="0" name=""/>
        <dsp:cNvSpPr/>
      </dsp:nvSpPr>
      <dsp:spPr>
        <a:xfrm>
          <a:off x="0" y="4927777"/>
          <a:ext cx="1856529" cy="1556495"/>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rtlCol="0" anchor="ctr" anchorCtr="0">
          <a:noAutofit/>
        </a:bodyPr>
        <a:lstStyle/>
        <a:p>
          <a:pPr marL="0" lvl="0" indent="0" algn="ctr" defTabSz="1155700" rtl="0">
            <a:lnSpc>
              <a:spcPct val="90000"/>
            </a:lnSpc>
            <a:spcBef>
              <a:spcPct val="0"/>
            </a:spcBef>
            <a:spcAft>
              <a:spcPct val="35000"/>
            </a:spcAft>
            <a:buNone/>
          </a:pPr>
          <a:r>
            <a:rPr lang="en-GB" sz="2600" kern="1200" noProof="0" dirty="0"/>
            <a:t>Complete</a:t>
          </a:r>
        </a:p>
      </dsp:txBody>
      <dsp:txXfrm>
        <a:off x="75982" y="5003759"/>
        <a:ext cx="1704565" cy="1404531"/>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29936EA-76EA-4221-8F79-E7A85217C72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F6BB2721-330D-446A-8732-9A69CC39DB3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04B22D71-1808-4344-87CE-430991802E00}" type="datetime1">
              <a:rPr lang="en-GB" smtClean="0"/>
              <a:t>05/07/2024</a:t>
            </a:fld>
            <a:endParaRPr lang="en-GB"/>
          </a:p>
        </p:txBody>
      </p:sp>
      <p:sp>
        <p:nvSpPr>
          <p:cNvPr id="4" name="Footer Placeholder 3">
            <a:extLst>
              <a:ext uri="{FF2B5EF4-FFF2-40B4-BE49-F238E27FC236}">
                <a16:creationId xmlns:a16="http://schemas.microsoft.com/office/drawing/2014/main" id="{D67CC218-3D7F-4C82-93BF-E6D7A30D04C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AA108813-25C8-4783-86F8-C303C23D230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1F476CCE-055B-4338-9905-78081F969A94}" type="slidenum">
              <a:rPr lang="en-GB" smtClean="0"/>
              <a:t>‹#›</a:t>
            </a:fld>
            <a:endParaRPr lang="en-GB"/>
          </a:p>
        </p:txBody>
      </p:sp>
    </p:spTree>
    <p:extLst>
      <p:ext uri="{BB962C8B-B14F-4D97-AF65-F5344CB8AC3E}">
        <p14:creationId xmlns:p14="http://schemas.microsoft.com/office/powerpoint/2010/main" val="15105845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39EB1013-B844-4C0F-97B0-CCBD764609D3}" type="datetime1">
              <a:rPr lang="en-GB" noProof="0" smtClean="0"/>
              <a:t>05/07/2024</a:t>
            </a:fld>
            <a:endParaRPr lang="en-GB"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842455A-0D23-4EAB-9AF9-2CC2B3066B0A}" type="slidenum">
              <a:rPr lang="en-GB" noProof="0" smtClean="0"/>
              <a:t>‹#›</a:t>
            </a:fld>
            <a:endParaRPr lang="en-GB" noProof="0"/>
          </a:p>
        </p:txBody>
      </p:sp>
    </p:spTree>
    <p:extLst>
      <p:ext uri="{BB962C8B-B14F-4D97-AF65-F5344CB8AC3E}">
        <p14:creationId xmlns:p14="http://schemas.microsoft.com/office/powerpoint/2010/main" val="390436849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noProof="1"/>
          </a:p>
        </p:txBody>
      </p:sp>
      <p:sp>
        <p:nvSpPr>
          <p:cNvPr id="4" name="Slide Number Placeholder 3"/>
          <p:cNvSpPr>
            <a:spLocks noGrp="1"/>
          </p:cNvSpPr>
          <p:nvPr>
            <p:ph type="sldNum" sz="quarter" idx="5"/>
          </p:nvPr>
        </p:nvSpPr>
        <p:spPr/>
        <p:txBody>
          <a:bodyPr rtlCol="0"/>
          <a:lstStyle/>
          <a:p>
            <a:pPr rtl="0"/>
            <a:fld id="{0842455A-0D23-4EAB-9AF9-2CC2B3066B0A}" type="slidenum">
              <a:rPr lang="en-GB" noProof="1" smtClean="0"/>
              <a:t>1</a:t>
            </a:fld>
            <a:endParaRPr lang="en-GB" noProof="1"/>
          </a:p>
        </p:txBody>
      </p:sp>
    </p:spTree>
    <p:extLst>
      <p:ext uri="{BB962C8B-B14F-4D97-AF65-F5344CB8AC3E}">
        <p14:creationId xmlns:p14="http://schemas.microsoft.com/office/powerpoint/2010/main" val="15573317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842455A-0D23-4EAB-9AF9-2CC2B3066B0A}" type="slidenum">
              <a:rPr lang="en-GB" smtClean="0"/>
              <a:t>2</a:t>
            </a:fld>
            <a:endParaRPr lang="en-GB"/>
          </a:p>
        </p:txBody>
      </p:sp>
    </p:spTree>
    <p:extLst>
      <p:ext uri="{BB962C8B-B14F-4D97-AF65-F5344CB8AC3E}">
        <p14:creationId xmlns:p14="http://schemas.microsoft.com/office/powerpoint/2010/main" val="8161671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842455A-0D23-4EAB-9AF9-2CC2B3066B0A}" type="slidenum">
              <a:rPr lang="en-GB" smtClean="0"/>
              <a:t>3</a:t>
            </a:fld>
            <a:endParaRPr lang="en-GB"/>
          </a:p>
        </p:txBody>
      </p:sp>
    </p:spTree>
    <p:extLst>
      <p:ext uri="{BB962C8B-B14F-4D97-AF65-F5344CB8AC3E}">
        <p14:creationId xmlns:p14="http://schemas.microsoft.com/office/powerpoint/2010/main" val="3830806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842455A-0D23-4EAB-9AF9-2CC2B3066B0A}" type="slidenum">
              <a:rPr lang="en-GB" smtClean="0"/>
              <a:t>4</a:t>
            </a:fld>
            <a:endParaRPr lang="en-GB"/>
          </a:p>
        </p:txBody>
      </p:sp>
    </p:spTree>
    <p:extLst>
      <p:ext uri="{BB962C8B-B14F-4D97-AF65-F5344CB8AC3E}">
        <p14:creationId xmlns:p14="http://schemas.microsoft.com/office/powerpoint/2010/main" val="1962892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842455A-0D23-4EAB-9AF9-2CC2B3066B0A}" type="slidenum">
              <a:rPr lang="en-GB" smtClean="0"/>
              <a:t>5</a:t>
            </a:fld>
            <a:endParaRPr lang="en-GB"/>
          </a:p>
        </p:txBody>
      </p:sp>
    </p:spTree>
    <p:extLst>
      <p:ext uri="{BB962C8B-B14F-4D97-AF65-F5344CB8AC3E}">
        <p14:creationId xmlns:p14="http://schemas.microsoft.com/office/powerpoint/2010/main" val="6412615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842455A-0D23-4EAB-9AF9-2CC2B3066B0A}" type="slidenum">
              <a:rPr lang="en-GB" smtClean="0"/>
              <a:t>6</a:t>
            </a:fld>
            <a:endParaRPr lang="en-GB"/>
          </a:p>
        </p:txBody>
      </p:sp>
    </p:spTree>
    <p:extLst>
      <p:ext uri="{BB962C8B-B14F-4D97-AF65-F5344CB8AC3E}">
        <p14:creationId xmlns:p14="http://schemas.microsoft.com/office/powerpoint/2010/main" val="29311188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842455A-0D23-4EAB-9AF9-2CC2B3066B0A}" type="slidenum">
              <a:rPr lang="en-GB" smtClean="0"/>
              <a:t>7</a:t>
            </a:fld>
            <a:endParaRPr lang="en-GB"/>
          </a:p>
        </p:txBody>
      </p:sp>
    </p:spTree>
    <p:extLst>
      <p:ext uri="{BB962C8B-B14F-4D97-AF65-F5344CB8AC3E}">
        <p14:creationId xmlns:p14="http://schemas.microsoft.com/office/powerpoint/2010/main" val="15664575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842455A-0D23-4EAB-9AF9-2CC2B3066B0A}" type="slidenum">
              <a:rPr lang="en-GB" smtClean="0"/>
              <a:t>8</a:t>
            </a:fld>
            <a:endParaRPr lang="en-GB"/>
          </a:p>
        </p:txBody>
      </p:sp>
    </p:spTree>
    <p:extLst>
      <p:ext uri="{BB962C8B-B14F-4D97-AF65-F5344CB8AC3E}">
        <p14:creationId xmlns:p14="http://schemas.microsoft.com/office/powerpoint/2010/main" val="31695069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0842455A-0D23-4EAB-9AF9-2CC2B3066B0A}" type="slidenum">
              <a:rPr lang="en-GB" smtClean="0"/>
              <a:t>9</a:t>
            </a:fld>
            <a:endParaRPr lang="en-GB"/>
          </a:p>
        </p:txBody>
      </p:sp>
    </p:spTree>
    <p:extLst>
      <p:ext uri="{BB962C8B-B14F-4D97-AF65-F5344CB8AC3E}">
        <p14:creationId xmlns:p14="http://schemas.microsoft.com/office/powerpoint/2010/main" val="20478215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842455A-0D23-4EAB-9AF9-2CC2B3066B0A}" type="slidenum">
              <a:rPr lang="en-GB" smtClean="0"/>
              <a:t>12</a:t>
            </a:fld>
            <a:endParaRPr lang="en-GB"/>
          </a:p>
        </p:txBody>
      </p:sp>
    </p:spTree>
    <p:extLst>
      <p:ext uri="{BB962C8B-B14F-4D97-AF65-F5344CB8AC3E}">
        <p14:creationId xmlns:p14="http://schemas.microsoft.com/office/powerpoint/2010/main" val="8770774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842455A-0D23-4EAB-9AF9-2CC2B3066B0A}" type="slidenum">
              <a:rPr lang="en-GB" smtClean="0"/>
              <a:t>13</a:t>
            </a:fld>
            <a:endParaRPr lang="en-GB"/>
          </a:p>
        </p:txBody>
      </p:sp>
    </p:spTree>
    <p:extLst>
      <p:ext uri="{BB962C8B-B14F-4D97-AF65-F5344CB8AC3E}">
        <p14:creationId xmlns:p14="http://schemas.microsoft.com/office/powerpoint/2010/main" val="2152923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842455A-0D23-4EAB-9AF9-2CC2B3066B0A}" type="slidenum">
              <a:rPr lang="en-GB" smtClean="0"/>
              <a:t>14</a:t>
            </a:fld>
            <a:endParaRPr lang="en-GB"/>
          </a:p>
        </p:txBody>
      </p:sp>
    </p:spTree>
    <p:extLst>
      <p:ext uri="{BB962C8B-B14F-4D97-AF65-F5344CB8AC3E}">
        <p14:creationId xmlns:p14="http://schemas.microsoft.com/office/powerpoint/2010/main" val="37519721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842455A-0D23-4EAB-9AF9-2CC2B3066B0A}" type="slidenum">
              <a:rPr lang="en-GB" smtClean="0"/>
              <a:t>15</a:t>
            </a:fld>
            <a:endParaRPr lang="en-GB"/>
          </a:p>
        </p:txBody>
      </p:sp>
    </p:spTree>
    <p:extLst>
      <p:ext uri="{BB962C8B-B14F-4D97-AF65-F5344CB8AC3E}">
        <p14:creationId xmlns:p14="http://schemas.microsoft.com/office/powerpoint/2010/main" val="31161712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842455A-0D23-4EAB-9AF9-2CC2B3066B0A}" type="slidenum">
              <a:rPr lang="en-GB" smtClean="0"/>
              <a:t>16</a:t>
            </a:fld>
            <a:endParaRPr lang="en-GB"/>
          </a:p>
        </p:txBody>
      </p:sp>
    </p:spTree>
    <p:extLst>
      <p:ext uri="{BB962C8B-B14F-4D97-AF65-F5344CB8AC3E}">
        <p14:creationId xmlns:p14="http://schemas.microsoft.com/office/powerpoint/2010/main" val="22612948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842455A-0D23-4EAB-9AF9-2CC2B3066B0A}" type="slidenum">
              <a:rPr lang="en-GB" smtClean="0"/>
              <a:t>17</a:t>
            </a:fld>
            <a:endParaRPr lang="en-GB"/>
          </a:p>
        </p:txBody>
      </p:sp>
    </p:spTree>
    <p:extLst>
      <p:ext uri="{BB962C8B-B14F-4D97-AF65-F5344CB8AC3E}">
        <p14:creationId xmlns:p14="http://schemas.microsoft.com/office/powerpoint/2010/main" val="42799949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842455A-0D23-4EAB-9AF9-2CC2B3066B0A}" type="slidenum">
              <a:rPr lang="en-GB" smtClean="0"/>
              <a:t>18</a:t>
            </a:fld>
            <a:endParaRPr lang="en-GB"/>
          </a:p>
        </p:txBody>
      </p:sp>
    </p:spTree>
    <p:extLst>
      <p:ext uri="{BB962C8B-B14F-4D97-AF65-F5344CB8AC3E}">
        <p14:creationId xmlns:p14="http://schemas.microsoft.com/office/powerpoint/2010/main" val="34452388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842455A-0D23-4EAB-9AF9-2CC2B3066B0A}" type="slidenum">
              <a:rPr lang="en-GB" smtClean="0"/>
              <a:t>19</a:t>
            </a:fld>
            <a:endParaRPr lang="en-GB"/>
          </a:p>
        </p:txBody>
      </p:sp>
    </p:spTree>
    <p:extLst>
      <p:ext uri="{BB962C8B-B14F-4D97-AF65-F5344CB8AC3E}">
        <p14:creationId xmlns:p14="http://schemas.microsoft.com/office/powerpoint/2010/main" val="193876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842455A-0D23-4EAB-9AF9-2CC2B3066B0A}" type="slidenum">
              <a:rPr lang="en-GB" smtClean="0"/>
              <a:t>20</a:t>
            </a:fld>
            <a:endParaRPr lang="en-GB"/>
          </a:p>
        </p:txBody>
      </p:sp>
    </p:spTree>
    <p:extLst>
      <p:ext uri="{BB962C8B-B14F-4D97-AF65-F5344CB8AC3E}">
        <p14:creationId xmlns:p14="http://schemas.microsoft.com/office/powerpoint/2010/main" val="16895124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0842455A-0D23-4EAB-9AF9-2CC2B3066B0A}" type="slidenum">
              <a:rPr lang="en-GB" smtClean="0"/>
              <a:t>27</a:t>
            </a:fld>
            <a:endParaRPr lang="en-GB"/>
          </a:p>
        </p:txBody>
      </p:sp>
    </p:spTree>
    <p:extLst>
      <p:ext uri="{BB962C8B-B14F-4D97-AF65-F5344CB8AC3E}">
        <p14:creationId xmlns:p14="http://schemas.microsoft.com/office/powerpoint/2010/main" val="18999476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0842455A-0D23-4EAB-9AF9-2CC2B3066B0A}" type="slidenum">
              <a:rPr lang="en-GB" smtClean="0"/>
              <a:t>34</a:t>
            </a:fld>
            <a:endParaRPr lang="en-GB"/>
          </a:p>
        </p:txBody>
      </p:sp>
    </p:spTree>
    <p:extLst>
      <p:ext uri="{BB962C8B-B14F-4D97-AF65-F5344CB8AC3E}">
        <p14:creationId xmlns:p14="http://schemas.microsoft.com/office/powerpoint/2010/main" val="7109890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842455A-0D23-4EAB-9AF9-2CC2B3066B0A}" type="slidenum">
              <a:rPr lang="en-GB" smtClean="0"/>
              <a:t>37</a:t>
            </a:fld>
            <a:endParaRPr lang="en-GB"/>
          </a:p>
        </p:txBody>
      </p:sp>
    </p:spTree>
    <p:extLst>
      <p:ext uri="{BB962C8B-B14F-4D97-AF65-F5344CB8AC3E}">
        <p14:creationId xmlns:p14="http://schemas.microsoft.com/office/powerpoint/2010/main" val="18162493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68464-B2F9-5A4F-5126-58696C033A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8B0D86E-5316-CA71-B357-3CE7CFF159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13386C5-9DE8-394B-7D7A-D433B82A12A1}"/>
              </a:ext>
            </a:extLst>
          </p:cNvPr>
          <p:cNvSpPr>
            <a:spLocks noGrp="1"/>
          </p:cNvSpPr>
          <p:nvPr>
            <p:ph type="dt" sz="half" idx="10"/>
          </p:nvPr>
        </p:nvSpPr>
        <p:spPr/>
        <p:txBody>
          <a:bodyPr/>
          <a:lstStyle/>
          <a:p>
            <a:pPr rtl="0"/>
            <a:r>
              <a:rPr lang="en-US" noProof="0"/>
              <a:t>20XX</a:t>
            </a:r>
            <a:endParaRPr lang="en-GB" noProof="0"/>
          </a:p>
        </p:txBody>
      </p:sp>
      <p:sp>
        <p:nvSpPr>
          <p:cNvPr id="5" name="Footer Placeholder 4">
            <a:extLst>
              <a:ext uri="{FF2B5EF4-FFF2-40B4-BE49-F238E27FC236}">
                <a16:creationId xmlns:a16="http://schemas.microsoft.com/office/drawing/2014/main" id="{A34161CB-68F6-EDB1-361B-3307A23805E3}"/>
              </a:ext>
            </a:extLst>
          </p:cNvPr>
          <p:cNvSpPr>
            <a:spLocks noGrp="1"/>
          </p:cNvSpPr>
          <p:nvPr>
            <p:ph type="ftr" sz="quarter" idx="11"/>
          </p:nvPr>
        </p:nvSpPr>
        <p:spPr/>
        <p:txBody>
          <a:bodyPr/>
          <a:lstStyle/>
          <a:p>
            <a:pPr rtl="0"/>
            <a:r>
              <a:rPr lang="en-GB" noProof="0"/>
              <a:t>Gary Schulze 2024</a:t>
            </a:r>
          </a:p>
        </p:txBody>
      </p:sp>
      <p:sp>
        <p:nvSpPr>
          <p:cNvPr id="6" name="Slide Number Placeholder 5">
            <a:extLst>
              <a:ext uri="{FF2B5EF4-FFF2-40B4-BE49-F238E27FC236}">
                <a16:creationId xmlns:a16="http://schemas.microsoft.com/office/drawing/2014/main" id="{9143C4EF-FC05-12EB-7241-93DF22960418}"/>
              </a:ext>
            </a:extLst>
          </p:cNvPr>
          <p:cNvSpPr>
            <a:spLocks noGrp="1"/>
          </p:cNvSpPr>
          <p:nvPr>
            <p:ph type="sldNum" sz="quarter" idx="12"/>
          </p:nvPr>
        </p:nvSpPr>
        <p:spPr/>
        <p:txBody>
          <a:bodyPr/>
          <a:lstStyle/>
          <a:p>
            <a:pPr rtl="0"/>
            <a:fld id="{3A98EE3D-8CD1-4C3F-BD1C-C98C9596463C}" type="slidenum">
              <a:rPr lang="en-GB" noProof="0" smtClean="0"/>
              <a:t>‹#›</a:t>
            </a:fld>
            <a:endParaRPr lang="en-GB" noProof="0"/>
          </a:p>
        </p:txBody>
      </p:sp>
    </p:spTree>
    <p:extLst>
      <p:ext uri="{BB962C8B-B14F-4D97-AF65-F5344CB8AC3E}">
        <p14:creationId xmlns:p14="http://schemas.microsoft.com/office/powerpoint/2010/main" val="1087280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278FD-F5A3-4BBC-5293-1A718DCEC1B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875A49E-0E8E-3F74-6C90-2C8EFB9FB7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AABD0A7-D11D-9509-F49D-E3EF66BEB8D3}"/>
              </a:ext>
            </a:extLst>
          </p:cNvPr>
          <p:cNvSpPr>
            <a:spLocks noGrp="1"/>
          </p:cNvSpPr>
          <p:nvPr>
            <p:ph type="dt" sz="half" idx="10"/>
          </p:nvPr>
        </p:nvSpPr>
        <p:spPr/>
        <p:txBody>
          <a:bodyPr/>
          <a:lstStyle/>
          <a:p>
            <a:pPr rtl="0"/>
            <a:r>
              <a:rPr lang="en-US" noProof="0"/>
              <a:t>20XX</a:t>
            </a:r>
            <a:endParaRPr lang="en-GB" noProof="0"/>
          </a:p>
        </p:txBody>
      </p:sp>
      <p:sp>
        <p:nvSpPr>
          <p:cNvPr id="5" name="Footer Placeholder 4">
            <a:extLst>
              <a:ext uri="{FF2B5EF4-FFF2-40B4-BE49-F238E27FC236}">
                <a16:creationId xmlns:a16="http://schemas.microsoft.com/office/drawing/2014/main" id="{A602102C-B5ED-3B39-95FC-9C563C59BE71}"/>
              </a:ext>
            </a:extLst>
          </p:cNvPr>
          <p:cNvSpPr>
            <a:spLocks noGrp="1"/>
          </p:cNvSpPr>
          <p:nvPr>
            <p:ph type="ftr" sz="quarter" idx="11"/>
          </p:nvPr>
        </p:nvSpPr>
        <p:spPr/>
        <p:txBody>
          <a:bodyPr/>
          <a:lstStyle/>
          <a:p>
            <a:pPr rtl="0"/>
            <a:r>
              <a:rPr lang="en-GB" noProof="0"/>
              <a:t>Gary Schulze 2024</a:t>
            </a:r>
          </a:p>
        </p:txBody>
      </p:sp>
      <p:sp>
        <p:nvSpPr>
          <p:cNvPr id="6" name="Slide Number Placeholder 5">
            <a:extLst>
              <a:ext uri="{FF2B5EF4-FFF2-40B4-BE49-F238E27FC236}">
                <a16:creationId xmlns:a16="http://schemas.microsoft.com/office/drawing/2014/main" id="{0D4F75F5-1F26-CF94-F4EE-E8D8C12AF58E}"/>
              </a:ext>
            </a:extLst>
          </p:cNvPr>
          <p:cNvSpPr>
            <a:spLocks noGrp="1"/>
          </p:cNvSpPr>
          <p:nvPr>
            <p:ph type="sldNum" sz="quarter" idx="12"/>
          </p:nvPr>
        </p:nvSpPr>
        <p:spPr/>
        <p:txBody>
          <a:bodyPr/>
          <a:lstStyle/>
          <a:p>
            <a:pPr rtl="0"/>
            <a:fld id="{3A98EE3D-8CD1-4C3F-BD1C-C98C9596463C}" type="slidenum">
              <a:rPr lang="en-GB" noProof="0" smtClean="0"/>
              <a:t>‹#›</a:t>
            </a:fld>
            <a:endParaRPr lang="en-GB" noProof="0"/>
          </a:p>
        </p:txBody>
      </p:sp>
    </p:spTree>
    <p:extLst>
      <p:ext uri="{BB962C8B-B14F-4D97-AF65-F5344CB8AC3E}">
        <p14:creationId xmlns:p14="http://schemas.microsoft.com/office/powerpoint/2010/main" val="2595783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CF6CF-E2A0-A16F-AEA3-B22E586CE1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64F0032-8108-A344-6D56-38BC7C19B2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7E06D6-1252-4BF0-FB20-120B9EED3797}"/>
              </a:ext>
            </a:extLst>
          </p:cNvPr>
          <p:cNvSpPr>
            <a:spLocks noGrp="1"/>
          </p:cNvSpPr>
          <p:nvPr>
            <p:ph type="dt" sz="half" idx="10"/>
          </p:nvPr>
        </p:nvSpPr>
        <p:spPr/>
        <p:txBody>
          <a:bodyPr/>
          <a:lstStyle/>
          <a:p>
            <a:pPr rtl="0"/>
            <a:r>
              <a:rPr lang="en-US" noProof="0"/>
              <a:t>20XX</a:t>
            </a:r>
            <a:endParaRPr lang="en-GB" noProof="0"/>
          </a:p>
        </p:txBody>
      </p:sp>
      <p:sp>
        <p:nvSpPr>
          <p:cNvPr id="5" name="Footer Placeholder 4">
            <a:extLst>
              <a:ext uri="{FF2B5EF4-FFF2-40B4-BE49-F238E27FC236}">
                <a16:creationId xmlns:a16="http://schemas.microsoft.com/office/drawing/2014/main" id="{5B8500CE-B28F-D084-6F54-4DEFF66AA5E0}"/>
              </a:ext>
            </a:extLst>
          </p:cNvPr>
          <p:cNvSpPr>
            <a:spLocks noGrp="1"/>
          </p:cNvSpPr>
          <p:nvPr>
            <p:ph type="ftr" sz="quarter" idx="11"/>
          </p:nvPr>
        </p:nvSpPr>
        <p:spPr/>
        <p:txBody>
          <a:bodyPr/>
          <a:lstStyle/>
          <a:p>
            <a:pPr rtl="0"/>
            <a:r>
              <a:rPr lang="en-GB" noProof="0"/>
              <a:t>Gary Schulze 2024</a:t>
            </a:r>
          </a:p>
        </p:txBody>
      </p:sp>
      <p:sp>
        <p:nvSpPr>
          <p:cNvPr id="6" name="Slide Number Placeholder 5">
            <a:extLst>
              <a:ext uri="{FF2B5EF4-FFF2-40B4-BE49-F238E27FC236}">
                <a16:creationId xmlns:a16="http://schemas.microsoft.com/office/drawing/2014/main" id="{BA0FC8B3-62ED-8912-23DE-604F81B6C361}"/>
              </a:ext>
            </a:extLst>
          </p:cNvPr>
          <p:cNvSpPr>
            <a:spLocks noGrp="1"/>
          </p:cNvSpPr>
          <p:nvPr>
            <p:ph type="sldNum" sz="quarter" idx="12"/>
          </p:nvPr>
        </p:nvSpPr>
        <p:spPr/>
        <p:txBody>
          <a:bodyPr/>
          <a:lstStyle/>
          <a:p>
            <a:pPr rtl="0"/>
            <a:fld id="{3A98EE3D-8CD1-4C3F-BD1C-C98C9596463C}" type="slidenum">
              <a:rPr lang="en-GB" noProof="0" smtClean="0"/>
              <a:t>‹#›</a:t>
            </a:fld>
            <a:endParaRPr lang="en-GB" noProof="0"/>
          </a:p>
        </p:txBody>
      </p:sp>
      <p:sp>
        <p:nvSpPr>
          <p:cNvPr id="7" name="Rectangle 6">
            <a:extLst>
              <a:ext uri="{FF2B5EF4-FFF2-40B4-BE49-F238E27FC236}">
                <a16:creationId xmlns:a16="http://schemas.microsoft.com/office/drawing/2014/main" id="{E5E645D3-4602-B1A0-98A8-CC741E26A8D1}"/>
              </a:ext>
            </a:extLst>
          </p:cNvPr>
          <p:cNvSpPr/>
          <p:nvPr userDrawn="1"/>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88203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5BF9F-7698-75AD-CB17-CCAA7AC60A7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DF83E4E-595E-19E8-1AE4-451A1FA4F0C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8013E82-3713-338B-DC0E-92309D7EA3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4210E3A-3183-CDE8-301E-11F939671B57}"/>
              </a:ext>
            </a:extLst>
          </p:cNvPr>
          <p:cNvSpPr>
            <a:spLocks noGrp="1"/>
          </p:cNvSpPr>
          <p:nvPr>
            <p:ph type="dt" sz="half" idx="10"/>
          </p:nvPr>
        </p:nvSpPr>
        <p:spPr/>
        <p:txBody>
          <a:bodyPr/>
          <a:lstStyle/>
          <a:p>
            <a:pPr rtl="0"/>
            <a:r>
              <a:rPr lang="en-US" noProof="0"/>
              <a:t>20XX</a:t>
            </a:r>
            <a:endParaRPr lang="en-GB" noProof="0"/>
          </a:p>
        </p:txBody>
      </p:sp>
      <p:sp>
        <p:nvSpPr>
          <p:cNvPr id="6" name="Footer Placeholder 5">
            <a:extLst>
              <a:ext uri="{FF2B5EF4-FFF2-40B4-BE49-F238E27FC236}">
                <a16:creationId xmlns:a16="http://schemas.microsoft.com/office/drawing/2014/main" id="{350E6AEF-721E-9340-F016-08A51BA7D05A}"/>
              </a:ext>
            </a:extLst>
          </p:cNvPr>
          <p:cNvSpPr>
            <a:spLocks noGrp="1"/>
          </p:cNvSpPr>
          <p:nvPr>
            <p:ph type="ftr" sz="quarter" idx="11"/>
          </p:nvPr>
        </p:nvSpPr>
        <p:spPr/>
        <p:txBody>
          <a:bodyPr/>
          <a:lstStyle/>
          <a:p>
            <a:pPr rtl="0"/>
            <a:r>
              <a:rPr lang="en-GB" noProof="0"/>
              <a:t>Gary Schulze 2024</a:t>
            </a:r>
          </a:p>
        </p:txBody>
      </p:sp>
      <p:sp>
        <p:nvSpPr>
          <p:cNvPr id="7" name="Slide Number Placeholder 6">
            <a:extLst>
              <a:ext uri="{FF2B5EF4-FFF2-40B4-BE49-F238E27FC236}">
                <a16:creationId xmlns:a16="http://schemas.microsoft.com/office/drawing/2014/main" id="{9537FD9B-E7ED-C6D5-BE58-DA824DA74C86}"/>
              </a:ext>
            </a:extLst>
          </p:cNvPr>
          <p:cNvSpPr>
            <a:spLocks noGrp="1"/>
          </p:cNvSpPr>
          <p:nvPr>
            <p:ph type="sldNum" sz="quarter" idx="12"/>
          </p:nvPr>
        </p:nvSpPr>
        <p:spPr/>
        <p:txBody>
          <a:bodyPr/>
          <a:lstStyle/>
          <a:p>
            <a:pPr rtl="0"/>
            <a:fld id="{3A98EE3D-8CD1-4C3F-BD1C-C98C9596463C}" type="slidenum">
              <a:rPr lang="en-GB" noProof="0" smtClean="0"/>
              <a:t>‹#›</a:t>
            </a:fld>
            <a:endParaRPr lang="en-GB" noProof="0"/>
          </a:p>
        </p:txBody>
      </p:sp>
    </p:spTree>
    <p:extLst>
      <p:ext uri="{BB962C8B-B14F-4D97-AF65-F5344CB8AC3E}">
        <p14:creationId xmlns:p14="http://schemas.microsoft.com/office/powerpoint/2010/main" val="1219612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0B011-F037-7D56-7465-23EA1396936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C0BAEF3-D2F4-9E81-56FC-FA408064BF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92EBE0-0A38-F2C1-67AE-C823C6A1B5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C73A10AB-585F-3F5F-827C-5C5429888F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167882-7957-5296-E869-F63F1AC03D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D2E1B45-1F61-394C-F5D8-2FA474D44555}"/>
              </a:ext>
            </a:extLst>
          </p:cNvPr>
          <p:cNvSpPr>
            <a:spLocks noGrp="1"/>
          </p:cNvSpPr>
          <p:nvPr>
            <p:ph type="dt" sz="half" idx="10"/>
          </p:nvPr>
        </p:nvSpPr>
        <p:spPr/>
        <p:txBody>
          <a:bodyPr/>
          <a:lstStyle/>
          <a:p>
            <a:pPr rtl="0"/>
            <a:r>
              <a:rPr lang="en-US" noProof="0"/>
              <a:t>20XX</a:t>
            </a:r>
            <a:endParaRPr lang="en-GB" noProof="0"/>
          </a:p>
        </p:txBody>
      </p:sp>
      <p:sp>
        <p:nvSpPr>
          <p:cNvPr id="8" name="Footer Placeholder 7">
            <a:extLst>
              <a:ext uri="{FF2B5EF4-FFF2-40B4-BE49-F238E27FC236}">
                <a16:creationId xmlns:a16="http://schemas.microsoft.com/office/drawing/2014/main" id="{ABD03B4B-1735-80A4-1D3E-55192C903303}"/>
              </a:ext>
            </a:extLst>
          </p:cNvPr>
          <p:cNvSpPr>
            <a:spLocks noGrp="1"/>
          </p:cNvSpPr>
          <p:nvPr>
            <p:ph type="ftr" sz="quarter" idx="11"/>
          </p:nvPr>
        </p:nvSpPr>
        <p:spPr/>
        <p:txBody>
          <a:bodyPr/>
          <a:lstStyle/>
          <a:p>
            <a:pPr rtl="0"/>
            <a:r>
              <a:rPr lang="en-GB" noProof="0"/>
              <a:t>Gary Schulze 2024</a:t>
            </a:r>
          </a:p>
        </p:txBody>
      </p:sp>
      <p:sp>
        <p:nvSpPr>
          <p:cNvPr id="9" name="Slide Number Placeholder 8">
            <a:extLst>
              <a:ext uri="{FF2B5EF4-FFF2-40B4-BE49-F238E27FC236}">
                <a16:creationId xmlns:a16="http://schemas.microsoft.com/office/drawing/2014/main" id="{E0B899E2-4EDB-8F81-E46B-4EBC6111169B}"/>
              </a:ext>
            </a:extLst>
          </p:cNvPr>
          <p:cNvSpPr>
            <a:spLocks noGrp="1"/>
          </p:cNvSpPr>
          <p:nvPr>
            <p:ph type="sldNum" sz="quarter" idx="12"/>
          </p:nvPr>
        </p:nvSpPr>
        <p:spPr/>
        <p:txBody>
          <a:bodyPr/>
          <a:lstStyle/>
          <a:p>
            <a:pPr rtl="0"/>
            <a:fld id="{3A98EE3D-8CD1-4C3F-BD1C-C98C9596463C}" type="slidenum">
              <a:rPr lang="en-GB" noProof="0" smtClean="0"/>
              <a:t>‹#›</a:t>
            </a:fld>
            <a:endParaRPr lang="en-GB" noProof="0"/>
          </a:p>
        </p:txBody>
      </p:sp>
    </p:spTree>
    <p:extLst>
      <p:ext uri="{BB962C8B-B14F-4D97-AF65-F5344CB8AC3E}">
        <p14:creationId xmlns:p14="http://schemas.microsoft.com/office/powerpoint/2010/main" val="3879946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AF3A5-B0BA-17A1-D5ED-913BD62916B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48B0B65-7126-6BF7-B3C8-4B505C34E69D}"/>
              </a:ext>
            </a:extLst>
          </p:cNvPr>
          <p:cNvSpPr>
            <a:spLocks noGrp="1"/>
          </p:cNvSpPr>
          <p:nvPr>
            <p:ph type="dt" sz="half" idx="10"/>
          </p:nvPr>
        </p:nvSpPr>
        <p:spPr/>
        <p:txBody>
          <a:bodyPr/>
          <a:lstStyle/>
          <a:p>
            <a:pPr rtl="0"/>
            <a:r>
              <a:rPr lang="en-US" noProof="0"/>
              <a:t>20XX</a:t>
            </a:r>
            <a:endParaRPr lang="en-GB" noProof="0"/>
          </a:p>
        </p:txBody>
      </p:sp>
      <p:sp>
        <p:nvSpPr>
          <p:cNvPr id="4" name="Footer Placeholder 3">
            <a:extLst>
              <a:ext uri="{FF2B5EF4-FFF2-40B4-BE49-F238E27FC236}">
                <a16:creationId xmlns:a16="http://schemas.microsoft.com/office/drawing/2014/main" id="{25DA8F38-1542-65E8-E2B3-2D7953F21C00}"/>
              </a:ext>
            </a:extLst>
          </p:cNvPr>
          <p:cNvSpPr>
            <a:spLocks noGrp="1"/>
          </p:cNvSpPr>
          <p:nvPr>
            <p:ph type="ftr" sz="quarter" idx="11"/>
          </p:nvPr>
        </p:nvSpPr>
        <p:spPr/>
        <p:txBody>
          <a:bodyPr/>
          <a:lstStyle/>
          <a:p>
            <a:pPr rtl="0"/>
            <a:r>
              <a:rPr lang="en-GB" noProof="0"/>
              <a:t>Gary Schulze 2024</a:t>
            </a:r>
          </a:p>
        </p:txBody>
      </p:sp>
      <p:sp>
        <p:nvSpPr>
          <p:cNvPr id="5" name="Slide Number Placeholder 4">
            <a:extLst>
              <a:ext uri="{FF2B5EF4-FFF2-40B4-BE49-F238E27FC236}">
                <a16:creationId xmlns:a16="http://schemas.microsoft.com/office/drawing/2014/main" id="{C59419E7-83A5-D733-E71F-D1D25FF48A9B}"/>
              </a:ext>
            </a:extLst>
          </p:cNvPr>
          <p:cNvSpPr>
            <a:spLocks noGrp="1"/>
          </p:cNvSpPr>
          <p:nvPr>
            <p:ph type="sldNum" sz="quarter" idx="12"/>
          </p:nvPr>
        </p:nvSpPr>
        <p:spPr/>
        <p:txBody>
          <a:bodyPr/>
          <a:lstStyle/>
          <a:p>
            <a:pPr rtl="0"/>
            <a:fld id="{3A98EE3D-8CD1-4C3F-BD1C-C98C9596463C}" type="slidenum">
              <a:rPr lang="en-GB" noProof="0" smtClean="0"/>
              <a:t>‹#›</a:t>
            </a:fld>
            <a:endParaRPr lang="en-GB" noProof="0"/>
          </a:p>
        </p:txBody>
      </p:sp>
    </p:spTree>
    <p:extLst>
      <p:ext uri="{BB962C8B-B14F-4D97-AF65-F5344CB8AC3E}">
        <p14:creationId xmlns:p14="http://schemas.microsoft.com/office/powerpoint/2010/main" val="2484001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C2B2ED-3516-DC92-ECF3-6DA33427AA0D}"/>
              </a:ext>
            </a:extLst>
          </p:cNvPr>
          <p:cNvSpPr>
            <a:spLocks noGrp="1"/>
          </p:cNvSpPr>
          <p:nvPr>
            <p:ph type="dt" sz="half" idx="10"/>
          </p:nvPr>
        </p:nvSpPr>
        <p:spPr/>
        <p:txBody>
          <a:bodyPr/>
          <a:lstStyle/>
          <a:p>
            <a:pPr rtl="0"/>
            <a:r>
              <a:rPr lang="en-US" noProof="0"/>
              <a:t>20XX</a:t>
            </a:r>
            <a:endParaRPr lang="en-GB" noProof="0"/>
          </a:p>
        </p:txBody>
      </p:sp>
      <p:sp>
        <p:nvSpPr>
          <p:cNvPr id="3" name="Footer Placeholder 2">
            <a:extLst>
              <a:ext uri="{FF2B5EF4-FFF2-40B4-BE49-F238E27FC236}">
                <a16:creationId xmlns:a16="http://schemas.microsoft.com/office/drawing/2014/main" id="{3359A4DB-1382-B0A7-F0C3-17D4C3A1D17A}"/>
              </a:ext>
            </a:extLst>
          </p:cNvPr>
          <p:cNvSpPr>
            <a:spLocks noGrp="1"/>
          </p:cNvSpPr>
          <p:nvPr>
            <p:ph type="ftr" sz="quarter" idx="11"/>
          </p:nvPr>
        </p:nvSpPr>
        <p:spPr/>
        <p:txBody>
          <a:bodyPr/>
          <a:lstStyle/>
          <a:p>
            <a:pPr rtl="0"/>
            <a:r>
              <a:rPr lang="en-GB" noProof="0"/>
              <a:t>Gary Schulze 2024</a:t>
            </a:r>
          </a:p>
        </p:txBody>
      </p:sp>
      <p:sp>
        <p:nvSpPr>
          <p:cNvPr id="4" name="Slide Number Placeholder 3">
            <a:extLst>
              <a:ext uri="{FF2B5EF4-FFF2-40B4-BE49-F238E27FC236}">
                <a16:creationId xmlns:a16="http://schemas.microsoft.com/office/drawing/2014/main" id="{5A946033-463A-201F-251D-7BB8BBED816A}"/>
              </a:ext>
            </a:extLst>
          </p:cNvPr>
          <p:cNvSpPr>
            <a:spLocks noGrp="1"/>
          </p:cNvSpPr>
          <p:nvPr>
            <p:ph type="sldNum" sz="quarter" idx="12"/>
          </p:nvPr>
        </p:nvSpPr>
        <p:spPr/>
        <p:txBody>
          <a:bodyPr/>
          <a:lstStyle/>
          <a:p>
            <a:pPr rtl="0"/>
            <a:fld id="{3A98EE3D-8CD1-4C3F-BD1C-C98C9596463C}" type="slidenum">
              <a:rPr lang="en-GB" noProof="0" smtClean="0"/>
              <a:t>‹#›</a:t>
            </a:fld>
            <a:endParaRPr lang="en-GB" noProof="0"/>
          </a:p>
        </p:txBody>
      </p:sp>
      <p:sp>
        <p:nvSpPr>
          <p:cNvPr id="5" name="Rectangle 4">
            <a:extLst>
              <a:ext uri="{FF2B5EF4-FFF2-40B4-BE49-F238E27FC236}">
                <a16:creationId xmlns:a16="http://schemas.microsoft.com/office/drawing/2014/main" id="{147AA280-7FAE-6FC2-C210-1304E4EF3033}"/>
              </a:ext>
            </a:extLst>
          </p:cNvPr>
          <p:cNvSpPr/>
          <p:nvPr userDrawn="1"/>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28437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C71C9-574D-DC5E-0397-BEBDDE5072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846BD7F-959A-567F-98F5-704FBFBCFF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25DE199-9E16-3765-9CF9-08BFC6EC1F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B1E8FA-F677-6DBD-90A7-4DD9DDE50C1F}"/>
              </a:ext>
            </a:extLst>
          </p:cNvPr>
          <p:cNvSpPr>
            <a:spLocks noGrp="1"/>
          </p:cNvSpPr>
          <p:nvPr>
            <p:ph type="dt" sz="half" idx="10"/>
          </p:nvPr>
        </p:nvSpPr>
        <p:spPr/>
        <p:txBody>
          <a:bodyPr/>
          <a:lstStyle/>
          <a:p>
            <a:pPr rtl="0"/>
            <a:r>
              <a:rPr lang="en-US" noProof="0"/>
              <a:t>20XX</a:t>
            </a:r>
            <a:endParaRPr lang="en-GB" noProof="0"/>
          </a:p>
        </p:txBody>
      </p:sp>
      <p:sp>
        <p:nvSpPr>
          <p:cNvPr id="6" name="Footer Placeholder 5">
            <a:extLst>
              <a:ext uri="{FF2B5EF4-FFF2-40B4-BE49-F238E27FC236}">
                <a16:creationId xmlns:a16="http://schemas.microsoft.com/office/drawing/2014/main" id="{69528D9E-AD36-7FEF-D16C-62191FEC430E}"/>
              </a:ext>
            </a:extLst>
          </p:cNvPr>
          <p:cNvSpPr>
            <a:spLocks noGrp="1"/>
          </p:cNvSpPr>
          <p:nvPr>
            <p:ph type="ftr" sz="quarter" idx="11"/>
          </p:nvPr>
        </p:nvSpPr>
        <p:spPr/>
        <p:txBody>
          <a:bodyPr/>
          <a:lstStyle/>
          <a:p>
            <a:pPr rtl="0"/>
            <a:r>
              <a:rPr lang="en-GB" noProof="0"/>
              <a:t>Gary Schulze 2024</a:t>
            </a:r>
          </a:p>
        </p:txBody>
      </p:sp>
      <p:sp>
        <p:nvSpPr>
          <p:cNvPr id="7" name="Slide Number Placeholder 6">
            <a:extLst>
              <a:ext uri="{FF2B5EF4-FFF2-40B4-BE49-F238E27FC236}">
                <a16:creationId xmlns:a16="http://schemas.microsoft.com/office/drawing/2014/main" id="{70F901B6-C99A-789D-0018-4C6456825B56}"/>
              </a:ext>
            </a:extLst>
          </p:cNvPr>
          <p:cNvSpPr>
            <a:spLocks noGrp="1"/>
          </p:cNvSpPr>
          <p:nvPr>
            <p:ph type="sldNum" sz="quarter" idx="12"/>
          </p:nvPr>
        </p:nvSpPr>
        <p:spPr/>
        <p:txBody>
          <a:bodyPr/>
          <a:lstStyle/>
          <a:p>
            <a:pPr rtl="0"/>
            <a:fld id="{3A98EE3D-8CD1-4C3F-BD1C-C98C9596463C}" type="slidenum">
              <a:rPr lang="en-GB" noProof="0" smtClean="0"/>
              <a:pPr/>
              <a:t>‹#›</a:t>
            </a:fld>
            <a:endParaRPr lang="en-GB" noProof="0"/>
          </a:p>
        </p:txBody>
      </p:sp>
    </p:spTree>
    <p:extLst>
      <p:ext uri="{BB962C8B-B14F-4D97-AF65-F5344CB8AC3E}">
        <p14:creationId xmlns:p14="http://schemas.microsoft.com/office/powerpoint/2010/main" val="22775061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D2F2F-8A85-7C14-6BA4-D9A5818FF4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2073F35-AAA9-4AA3-8685-B08404E612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7DD15DE-3938-F91C-57CD-53A6B7B4B8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B03042-C952-12A9-4EAB-41ADF107A3DB}"/>
              </a:ext>
            </a:extLst>
          </p:cNvPr>
          <p:cNvSpPr>
            <a:spLocks noGrp="1"/>
          </p:cNvSpPr>
          <p:nvPr>
            <p:ph type="dt" sz="half" idx="10"/>
          </p:nvPr>
        </p:nvSpPr>
        <p:spPr/>
        <p:txBody>
          <a:bodyPr/>
          <a:lstStyle/>
          <a:p>
            <a:pPr rtl="0"/>
            <a:r>
              <a:rPr lang="en-US" noProof="0"/>
              <a:t>20XX</a:t>
            </a:r>
            <a:endParaRPr lang="en-GB" noProof="0"/>
          </a:p>
        </p:txBody>
      </p:sp>
      <p:sp>
        <p:nvSpPr>
          <p:cNvPr id="6" name="Footer Placeholder 5">
            <a:extLst>
              <a:ext uri="{FF2B5EF4-FFF2-40B4-BE49-F238E27FC236}">
                <a16:creationId xmlns:a16="http://schemas.microsoft.com/office/drawing/2014/main" id="{2117FC57-3B1A-0041-678D-66E54E86B540}"/>
              </a:ext>
            </a:extLst>
          </p:cNvPr>
          <p:cNvSpPr>
            <a:spLocks noGrp="1"/>
          </p:cNvSpPr>
          <p:nvPr>
            <p:ph type="ftr" sz="quarter" idx="11"/>
          </p:nvPr>
        </p:nvSpPr>
        <p:spPr/>
        <p:txBody>
          <a:bodyPr/>
          <a:lstStyle/>
          <a:p>
            <a:pPr algn="l" rtl="0"/>
            <a:r>
              <a:rPr lang="en-GB" noProof="0"/>
              <a:t>Gary Schulze 2024</a:t>
            </a:r>
          </a:p>
        </p:txBody>
      </p:sp>
      <p:sp>
        <p:nvSpPr>
          <p:cNvPr id="7" name="Slide Number Placeholder 6">
            <a:extLst>
              <a:ext uri="{FF2B5EF4-FFF2-40B4-BE49-F238E27FC236}">
                <a16:creationId xmlns:a16="http://schemas.microsoft.com/office/drawing/2014/main" id="{63BA0A63-11AE-7301-7ABE-63EEFA2C4888}"/>
              </a:ext>
            </a:extLst>
          </p:cNvPr>
          <p:cNvSpPr>
            <a:spLocks noGrp="1"/>
          </p:cNvSpPr>
          <p:nvPr>
            <p:ph type="sldNum" sz="quarter" idx="12"/>
          </p:nvPr>
        </p:nvSpPr>
        <p:spPr/>
        <p:txBody>
          <a:bodyPr/>
          <a:lstStyle/>
          <a:p>
            <a:pPr rtl="0"/>
            <a:fld id="{3A98EE3D-8CD1-4C3F-BD1C-C98C9596463C}" type="slidenum">
              <a:rPr lang="en-GB" noProof="0" smtClean="0"/>
              <a:t>‹#›</a:t>
            </a:fld>
            <a:endParaRPr lang="en-GB" noProof="0"/>
          </a:p>
        </p:txBody>
      </p:sp>
    </p:spTree>
    <p:extLst>
      <p:ext uri="{BB962C8B-B14F-4D97-AF65-F5344CB8AC3E}">
        <p14:creationId xmlns:p14="http://schemas.microsoft.com/office/powerpoint/2010/main" val="1197253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2CB7E-ED43-E43C-1C3A-FBF83E228D9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D3B0B22-9A8F-9571-7547-4158550E23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051C62A-796C-A2DB-66D0-D0EAF7BE372E}"/>
              </a:ext>
            </a:extLst>
          </p:cNvPr>
          <p:cNvSpPr>
            <a:spLocks noGrp="1"/>
          </p:cNvSpPr>
          <p:nvPr>
            <p:ph type="dt" sz="half" idx="10"/>
          </p:nvPr>
        </p:nvSpPr>
        <p:spPr/>
        <p:txBody>
          <a:bodyPr/>
          <a:lstStyle/>
          <a:p>
            <a:pPr rtl="0"/>
            <a:r>
              <a:rPr lang="en-US" noProof="0"/>
              <a:t>20XX</a:t>
            </a:r>
            <a:endParaRPr lang="en-GB" noProof="0"/>
          </a:p>
        </p:txBody>
      </p:sp>
      <p:sp>
        <p:nvSpPr>
          <p:cNvPr id="5" name="Footer Placeholder 4">
            <a:extLst>
              <a:ext uri="{FF2B5EF4-FFF2-40B4-BE49-F238E27FC236}">
                <a16:creationId xmlns:a16="http://schemas.microsoft.com/office/drawing/2014/main" id="{13711F81-9EED-4A01-5C57-6B718409BFE2}"/>
              </a:ext>
            </a:extLst>
          </p:cNvPr>
          <p:cNvSpPr>
            <a:spLocks noGrp="1"/>
          </p:cNvSpPr>
          <p:nvPr>
            <p:ph type="ftr" sz="quarter" idx="11"/>
          </p:nvPr>
        </p:nvSpPr>
        <p:spPr/>
        <p:txBody>
          <a:bodyPr/>
          <a:lstStyle/>
          <a:p>
            <a:pPr rtl="0"/>
            <a:r>
              <a:rPr lang="en-GB" noProof="0"/>
              <a:t>Gary Schulze 2024</a:t>
            </a:r>
          </a:p>
        </p:txBody>
      </p:sp>
      <p:sp>
        <p:nvSpPr>
          <p:cNvPr id="6" name="Slide Number Placeholder 5">
            <a:extLst>
              <a:ext uri="{FF2B5EF4-FFF2-40B4-BE49-F238E27FC236}">
                <a16:creationId xmlns:a16="http://schemas.microsoft.com/office/drawing/2014/main" id="{C3E336F6-704C-65CF-3FF8-976496E8A946}"/>
              </a:ext>
            </a:extLst>
          </p:cNvPr>
          <p:cNvSpPr>
            <a:spLocks noGrp="1"/>
          </p:cNvSpPr>
          <p:nvPr>
            <p:ph type="sldNum" sz="quarter" idx="12"/>
          </p:nvPr>
        </p:nvSpPr>
        <p:spPr/>
        <p:txBody>
          <a:bodyPr/>
          <a:lstStyle/>
          <a:p>
            <a:pPr rtl="0"/>
            <a:fld id="{3A98EE3D-8CD1-4C3F-BD1C-C98C9596463C}" type="slidenum">
              <a:rPr lang="en-GB" noProof="0" smtClean="0"/>
              <a:t>‹#›</a:t>
            </a:fld>
            <a:endParaRPr lang="en-GB" noProof="0"/>
          </a:p>
        </p:txBody>
      </p:sp>
    </p:spTree>
    <p:extLst>
      <p:ext uri="{BB962C8B-B14F-4D97-AF65-F5344CB8AC3E}">
        <p14:creationId xmlns:p14="http://schemas.microsoft.com/office/powerpoint/2010/main" val="1827959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7F79AD-1134-E742-2042-8B00E0B331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F06E27B-E4C7-83BF-330B-6F686C6F0C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C8B251E-5DB8-7284-D112-306987819F29}"/>
              </a:ext>
            </a:extLst>
          </p:cNvPr>
          <p:cNvSpPr>
            <a:spLocks noGrp="1"/>
          </p:cNvSpPr>
          <p:nvPr>
            <p:ph type="dt" sz="half" idx="10"/>
          </p:nvPr>
        </p:nvSpPr>
        <p:spPr/>
        <p:txBody>
          <a:bodyPr/>
          <a:lstStyle/>
          <a:p>
            <a:pPr rtl="0"/>
            <a:r>
              <a:rPr lang="en-US" noProof="0"/>
              <a:t>20XX</a:t>
            </a:r>
            <a:endParaRPr lang="en-GB" noProof="0"/>
          </a:p>
        </p:txBody>
      </p:sp>
      <p:sp>
        <p:nvSpPr>
          <p:cNvPr id="5" name="Footer Placeholder 4">
            <a:extLst>
              <a:ext uri="{FF2B5EF4-FFF2-40B4-BE49-F238E27FC236}">
                <a16:creationId xmlns:a16="http://schemas.microsoft.com/office/drawing/2014/main" id="{02B65CCC-3044-DD1D-4D24-32019FAA847C}"/>
              </a:ext>
            </a:extLst>
          </p:cNvPr>
          <p:cNvSpPr>
            <a:spLocks noGrp="1"/>
          </p:cNvSpPr>
          <p:nvPr>
            <p:ph type="ftr" sz="quarter" idx="11"/>
          </p:nvPr>
        </p:nvSpPr>
        <p:spPr/>
        <p:txBody>
          <a:bodyPr/>
          <a:lstStyle/>
          <a:p>
            <a:pPr rtl="0"/>
            <a:r>
              <a:rPr lang="en-GB" noProof="0"/>
              <a:t>Gary Schulze 2024</a:t>
            </a:r>
          </a:p>
        </p:txBody>
      </p:sp>
      <p:sp>
        <p:nvSpPr>
          <p:cNvPr id="6" name="Slide Number Placeholder 5">
            <a:extLst>
              <a:ext uri="{FF2B5EF4-FFF2-40B4-BE49-F238E27FC236}">
                <a16:creationId xmlns:a16="http://schemas.microsoft.com/office/drawing/2014/main" id="{F31ADB8D-2CDE-CA24-F284-863F0FD781BE}"/>
              </a:ext>
            </a:extLst>
          </p:cNvPr>
          <p:cNvSpPr>
            <a:spLocks noGrp="1"/>
          </p:cNvSpPr>
          <p:nvPr>
            <p:ph type="sldNum" sz="quarter" idx="12"/>
          </p:nvPr>
        </p:nvSpPr>
        <p:spPr/>
        <p:txBody>
          <a:bodyPr/>
          <a:lstStyle/>
          <a:p>
            <a:pPr rtl="0"/>
            <a:fld id="{3A98EE3D-8CD1-4C3F-BD1C-C98C9596463C}" type="slidenum">
              <a:rPr lang="en-GB" noProof="0" smtClean="0"/>
              <a:t>‹#›</a:t>
            </a:fld>
            <a:endParaRPr lang="en-GB" noProof="0"/>
          </a:p>
        </p:txBody>
      </p:sp>
    </p:spTree>
    <p:extLst>
      <p:ext uri="{BB962C8B-B14F-4D97-AF65-F5344CB8AC3E}">
        <p14:creationId xmlns:p14="http://schemas.microsoft.com/office/powerpoint/2010/main" val="32170417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8CE0AB24-7427-4E0C-9E7C-B642B3170AF1}"/>
              </a:ext>
            </a:extLst>
          </p:cNvPr>
          <p:cNvSpPr>
            <a:spLocks noGrp="1"/>
          </p:cNvSpPr>
          <p:nvPr>
            <p:ph type="pic" sz="quarter" idx="13"/>
          </p:nvPr>
        </p:nvSpPr>
        <p:spPr>
          <a:xfrm>
            <a:off x="1524" y="0"/>
            <a:ext cx="12188952" cy="6400800"/>
          </a:xfrm>
          <a:solidFill>
            <a:schemeClr val="accent6"/>
          </a:solidFill>
        </p:spPr>
        <p:txBody>
          <a:bodyPr rtlCol="0"/>
          <a:lstStyle/>
          <a:p>
            <a:pPr rtl="0"/>
            <a:r>
              <a:rPr lang="en-US" noProof="0"/>
              <a:t>Click icon to add picture</a:t>
            </a:r>
            <a:endParaRPr lang="en-GB" noProof="0"/>
          </a:p>
        </p:txBody>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rtlCol="0"/>
          <a:lstStyle/>
          <a:p>
            <a:pPr rtl="0"/>
            <a:r>
              <a:rPr lang="en-US" noProof="0"/>
              <a:t>20XX</a:t>
            </a:r>
            <a:endParaRPr lang="en-GB" noProof="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rtlCol="0"/>
          <a:lstStyle/>
          <a:p>
            <a:pPr rtl="0"/>
            <a:r>
              <a:rPr lang="en-GB" noProof="0"/>
              <a:t>Gary Schulze 2024</a:t>
            </a:r>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rtlCol="0"/>
          <a:lstStyle/>
          <a:p>
            <a:pPr rtl="0"/>
            <a:fld id="{3A98EE3D-8CD1-4C3F-BD1C-C98C9596463C}" type="slidenum">
              <a:rPr lang="en-GB" noProof="0" smtClean="0"/>
              <a:t>‹#›</a:t>
            </a:fld>
            <a:endParaRPr lang="en-GB" noProof="0"/>
          </a:p>
        </p:txBody>
      </p:sp>
      <p:sp>
        <p:nvSpPr>
          <p:cNvPr id="8" name="Title 1">
            <a:extLst>
              <a:ext uri="{FF2B5EF4-FFF2-40B4-BE49-F238E27FC236}">
                <a16:creationId xmlns:a16="http://schemas.microsoft.com/office/drawing/2014/main" id="{CE30A2A8-DADD-44CC-B8A3-9BFFD5E76B66}"/>
              </a:ext>
            </a:extLst>
          </p:cNvPr>
          <p:cNvSpPr>
            <a:spLocks noGrp="1"/>
          </p:cNvSpPr>
          <p:nvPr>
            <p:ph type="ctrTitle"/>
          </p:nvPr>
        </p:nvSpPr>
        <p:spPr>
          <a:xfrm>
            <a:off x="0" y="3118981"/>
            <a:ext cx="7537703" cy="2462667"/>
          </a:xfrm>
          <a:solidFill>
            <a:schemeClr val="bg1">
              <a:alpha val="93000"/>
            </a:schemeClr>
          </a:solidFill>
        </p:spPr>
        <p:txBody>
          <a:bodyPr lIns="822960" tIns="731520" rtlCol="0" anchor="t" anchorCtr="0">
            <a:normAutofit/>
          </a:bodyPr>
          <a:lstStyle/>
          <a:p>
            <a:pPr rtl="0"/>
            <a:r>
              <a:rPr lang="en-US" sz="5400" noProof="0">
                <a:solidFill>
                  <a:schemeClr val="tx1"/>
                </a:solidFill>
              </a:rPr>
              <a:t>Click to edit Master title style</a:t>
            </a:r>
            <a:endParaRPr lang="en-GB" sz="5400" noProof="0">
              <a:solidFill>
                <a:schemeClr val="tx1"/>
              </a:solidFill>
            </a:endParaRPr>
          </a:p>
        </p:txBody>
      </p:sp>
      <p:sp>
        <p:nvSpPr>
          <p:cNvPr id="9" name="Subtitle 2">
            <a:extLst>
              <a:ext uri="{FF2B5EF4-FFF2-40B4-BE49-F238E27FC236}">
                <a16:creationId xmlns:a16="http://schemas.microsoft.com/office/drawing/2014/main" id="{79DF17D8-A326-44D6-A77D-42DA99E92786}"/>
              </a:ext>
            </a:extLst>
          </p:cNvPr>
          <p:cNvSpPr>
            <a:spLocks noGrp="1"/>
          </p:cNvSpPr>
          <p:nvPr>
            <p:ph type="subTitle" idx="1"/>
          </p:nvPr>
        </p:nvSpPr>
        <p:spPr>
          <a:xfrm>
            <a:off x="754841" y="4735799"/>
            <a:ext cx="6470693" cy="605256"/>
          </a:xfrm>
        </p:spPr>
        <p:txBody>
          <a:bodyPr rtlCol="0"/>
          <a:lstStyle/>
          <a:p>
            <a:pPr rtl="0"/>
            <a:r>
              <a:rPr lang="en-US" noProof="0">
                <a:solidFill>
                  <a:schemeClr val="tx1"/>
                </a:solidFill>
              </a:rPr>
              <a:t>Click to edit Master subtitle style</a:t>
            </a:r>
            <a:endParaRPr lang="en-GB" noProof="0">
              <a:solidFill>
                <a:schemeClr val="tx1"/>
              </a:solidFill>
            </a:endParaRPr>
          </a:p>
        </p:txBody>
      </p:sp>
    </p:spTree>
    <p:extLst>
      <p:ext uri="{BB962C8B-B14F-4D97-AF65-F5344CB8AC3E}">
        <p14:creationId xmlns:p14="http://schemas.microsoft.com/office/powerpoint/2010/main" val="40239601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6" name="Title 9">
            <a:extLst>
              <a:ext uri="{FF2B5EF4-FFF2-40B4-BE49-F238E27FC236}">
                <a16:creationId xmlns:a16="http://schemas.microsoft.com/office/drawing/2014/main" id="{8832B6D9-0469-48A5-A85E-8C5D8EF86BE3}"/>
              </a:ext>
            </a:extLst>
          </p:cNvPr>
          <p:cNvSpPr>
            <a:spLocks noGrp="1"/>
          </p:cNvSpPr>
          <p:nvPr>
            <p:ph type="title"/>
          </p:nvPr>
        </p:nvSpPr>
        <p:spPr>
          <a:xfrm>
            <a:off x="1097280" y="286603"/>
            <a:ext cx="10058400" cy="1450757"/>
          </a:xfrm>
        </p:spPr>
        <p:txBody>
          <a:bodyPr rtlCol="0"/>
          <a:lstStyle/>
          <a:p>
            <a:pPr rtl="0"/>
            <a:r>
              <a:rPr lang="en-US" noProof="0"/>
              <a:t>Click to edit Master title style</a:t>
            </a:r>
            <a:endParaRPr lang="en-GB" noProof="0"/>
          </a:p>
        </p:txBody>
      </p:sp>
      <p:cxnSp>
        <p:nvCxnSpPr>
          <p:cNvPr id="7" name="Straight Connector 6">
            <a:extLst>
              <a:ext uri="{FF2B5EF4-FFF2-40B4-BE49-F238E27FC236}">
                <a16:creationId xmlns:a16="http://schemas.microsoft.com/office/drawing/2014/main" id="{C8A8F00A-3EB2-4D4D-B4A7-990BB91D746D}"/>
              </a:ext>
              <a:ext uri="{C183D7F6-B498-43B3-948B-1728B52AA6E4}">
                <adec:decorative xmlns:adec="http://schemas.microsoft.com/office/drawing/2017/decorative" val="1"/>
              </a:ext>
            </a:extLst>
          </p:cNvPr>
          <p:cNvCxnSpPr/>
          <p:nvPr userDrawn="1"/>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11">
            <a:extLst>
              <a:ext uri="{FF2B5EF4-FFF2-40B4-BE49-F238E27FC236}">
                <a16:creationId xmlns:a16="http://schemas.microsoft.com/office/drawing/2014/main" id="{4142A7E4-A56F-4FC2-A81D-36A83134A219}"/>
              </a:ext>
            </a:extLst>
          </p:cNvPr>
          <p:cNvSpPr>
            <a:spLocks noGrp="1"/>
          </p:cNvSpPr>
          <p:nvPr>
            <p:ph idx="1"/>
          </p:nvPr>
        </p:nvSpPr>
        <p:spPr>
          <a:xfrm>
            <a:off x="1097281" y="2108201"/>
            <a:ext cx="3557016" cy="3760891"/>
          </a:xfrm>
        </p:spPr>
        <p:txBody>
          <a:bodyPr rtlCol="0"/>
          <a:lstStyle/>
          <a:p>
            <a:pPr lvl="0" rtl="0"/>
            <a:r>
              <a:rPr lang="en-US" noProof="0"/>
              <a:t>Click to edit Master text styles</a:t>
            </a:r>
          </a:p>
        </p:txBody>
      </p:sp>
      <p:sp>
        <p:nvSpPr>
          <p:cNvPr id="13" name="Picture Placeholder 12">
            <a:extLst>
              <a:ext uri="{FF2B5EF4-FFF2-40B4-BE49-F238E27FC236}">
                <a16:creationId xmlns:a16="http://schemas.microsoft.com/office/drawing/2014/main" id="{8A40EF35-BB21-4D3F-A9D6-2A92BFD0DDD5}"/>
              </a:ext>
            </a:extLst>
          </p:cNvPr>
          <p:cNvSpPr>
            <a:spLocks noGrp="1"/>
          </p:cNvSpPr>
          <p:nvPr>
            <p:ph type="pic" sz="quarter" idx="13"/>
          </p:nvPr>
        </p:nvSpPr>
        <p:spPr>
          <a:xfrm>
            <a:off x="4974336" y="2112264"/>
            <a:ext cx="3035808" cy="1837944"/>
          </a:xfrm>
          <a:solidFill>
            <a:schemeClr val="accent6"/>
          </a:solidFill>
        </p:spPr>
        <p:txBody>
          <a:bodyPr rtlCol="0"/>
          <a:lstStyle/>
          <a:p>
            <a:pPr rtl="0"/>
            <a:r>
              <a:rPr lang="en-US" noProof="0"/>
              <a:t>Click icon to add picture</a:t>
            </a:r>
            <a:endParaRPr lang="en-GB" noProof="0"/>
          </a:p>
        </p:txBody>
      </p:sp>
      <p:sp>
        <p:nvSpPr>
          <p:cNvPr id="14" name="Picture Placeholder 12">
            <a:extLst>
              <a:ext uri="{FF2B5EF4-FFF2-40B4-BE49-F238E27FC236}">
                <a16:creationId xmlns:a16="http://schemas.microsoft.com/office/drawing/2014/main" id="{F7CE5DD4-B27E-482B-8208-FA5A7BBC9AC9}"/>
              </a:ext>
            </a:extLst>
          </p:cNvPr>
          <p:cNvSpPr>
            <a:spLocks noGrp="1"/>
          </p:cNvSpPr>
          <p:nvPr>
            <p:ph type="pic" sz="quarter" idx="14"/>
          </p:nvPr>
        </p:nvSpPr>
        <p:spPr>
          <a:xfrm>
            <a:off x="4974336" y="4032504"/>
            <a:ext cx="3035808" cy="1837944"/>
          </a:xfrm>
          <a:solidFill>
            <a:schemeClr val="accent6"/>
          </a:solidFill>
        </p:spPr>
        <p:txBody>
          <a:bodyPr rtlCol="0"/>
          <a:lstStyle/>
          <a:p>
            <a:pPr rtl="0"/>
            <a:r>
              <a:rPr lang="en-US" noProof="0"/>
              <a:t>Click icon to add picture</a:t>
            </a:r>
            <a:endParaRPr lang="en-GB" noProof="0"/>
          </a:p>
        </p:txBody>
      </p:sp>
      <p:sp>
        <p:nvSpPr>
          <p:cNvPr id="15" name="Picture Placeholder 12">
            <a:extLst>
              <a:ext uri="{FF2B5EF4-FFF2-40B4-BE49-F238E27FC236}">
                <a16:creationId xmlns:a16="http://schemas.microsoft.com/office/drawing/2014/main" id="{1F796570-D07C-4638-8B80-227A6EF1A082}"/>
              </a:ext>
            </a:extLst>
          </p:cNvPr>
          <p:cNvSpPr>
            <a:spLocks noGrp="1"/>
          </p:cNvSpPr>
          <p:nvPr>
            <p:ph type="pic" sz="quarter" idx="15"/>
          </p:nvPr>
        </p:nvSpPr>
        <p:spPr>
          <a:xfrm>
            <a:off x="8110728" y="2112264"/>
            <a:ext cx="3035808" cy="3758184"/>
          </a:xfrm>
          <a:solidFill>
            <a:schemeClr val="accent6"/>
          </a:solidFill>
        </p:spPr>
        <p:txBody>
          <a:bodyPr rtlCol="0"/>
          <a:lstStyle/>
          <a:p>
            <a:pPr rtl="0"/>
            <a:r>
              <a:rPr lang="en-US" noProof="0"/>
              <a:t>Click icon to add picture</a:t>
            </a:r>
            <a:endParaRPr lang="en-GB" noProof="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rtlCol="0"/>
          <a:lstStyle/>
          <a:p>
            <a:pPr rtl="0"/>
            <a:r>
              <a:rPr lang="en-GB" noProof="0"/>
              <a:t>Gary Schulze 2024</a:t>
            </a:r>
          </a:p>
        </p:txBody>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rtlCol="0"/>
          <a:lstStyle/>
          <a:p>
            <a:pPr rtl="0"/>
            <a:r>
              <a:rPr lang="en-US" noProof="0"/>
              <a:t>20XX</a:t>
            </a:r>
            <a:endParaRPr lang="en-GB" noProof="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rtlCol="0"/>
          <a:lstStyle/>
          <a:p>
            <a:pPr rtl="0"/>
            <a:fld id="{3A98EE3D-8CD1-4C3F-BD1C-C98C9596463C}" type="slidenum">
              <a:rPr lang="en-GB" noProof="0" smtClean="0"/>
              <a:t>‹#›</a:t>
            </a:fld>
            <a:endParaRPr lang="en-GB" noProof="0"/>
          </a:p>
        </p:txBody>
      </p:sp>
    </p:spTree>
    <p:extLst>
      <p:ext uri="{BB962C8B-B14F-4D97-AF65-F5344CB8AC3E}">
        <p14:creationId xmlns:p14="http://schemas.microsoft.com/office/powerpoint/2010/main" val="2009203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CF0392-26C6-6875-86F6-DCC05D1247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7E15CE9-0B7E-E3B4-A362-3FB221E378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44C3EC5-2C9A-19D6-CF36-8FA57C1204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rtl="0"/>
            <a:r>
              <a:rPr lang="en-US" noProof="0"/>
              <a:t>20XX</a:t>
            </a:r>
            <a:endParaRPr lang="en-GB" noProof="0"/>
          </a:p>
        </p:txBody>
      </p:sp>
      <p:sp>
        <p:nvSpPr>
          <p:cNvPr id="5" name="Footer Placeholder 4">
            <a:extLst>
              <a:ext uri="{FF2B5EF4-FFF2-40B4-BE49-F238E27FC236}">
                <a16:creationId xmlns:a16="http://schemas.microsoft.com/office/drawing/2014/main" id="{434FC167-36CB-FCD8-2D23-413601B4F9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rtl="0"/>
            <a:r>
              <a:rPr lang="en-GB" noProof="0"/>
              <a:t>Gary Schulze 2024</a:t>
            </a:r>
          </a:p>
        </p:txBody>
      </p:sp>
      <p:sp>
        <p:nvSpPr>
          <p:cNvPr id="6" name="Slide Number Placeholder 5">
            <a:extLst>
              <a:ext uri="{FF2B5EF4-FFF2-40B4-BE49-F238E27FC236}">
                <a16:creationId xmlns:a16="http://schemas.microsoft.com/office/drawing/2014/main" id="{6AF43E84-815C-0E3F-16B9-ADE8D951CA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rtl="0"/>
            <a:fld id="{3A98EE3D-8CD1-4C3F-BD1C-C98C9596463C}" type="slidenum">
              <a:rPr lang="en-GB" noProof="0" smtClean="0"/>
              <a:t>‹#›</a:t>
            </a:fld>
            <a:endParaRPr lang="en-GB" noProof="0"/>
          </a:p>
        </p:txBody>
      </p:sp>
    </p:spTree>
    <p:extLst>
      <p:ext uri="{BB962C8B-B14F-4D97-AF65-F5344CB8AC3E}">
        <p14:creationId xmlns:p14="http://schemas.microsoft.com/office/powerpoint/2010/main" val="2708832063"/>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5"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9.emf"/><Relationship Id="rId13" Type="http://schemas.openxmlformats.org/officeDocument/2006/relationships/image" Target="../media/image24.emf"/><Relationship Id="rId3" Type="http://schemas.openxmlformats.org/officeDocument/2006/relationships/image" Target="../media/image14.emf"/><Relationship Id="rId7" Type="http://schemas.openxmlformats.org/officeDocument/2006/relationships/image" Target="../media/image18.emf"/><Relationship Id="rId12" Type="http://schemas.openxmlformats.org/officeDocument/2006/relationships/image" Target="../media/image23.em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7.emf"/><Relationship Id="rId11" Type="http://schemas.openxmlformats.org/officeDocument/2006/relationships/image" Target="../media/image22.emf"/><Relationship Id="rId5" Type="http://schemas.openxmlformats.org/officeDocument/2006/relationships/image" Target="../media/image16.emf"/><Relationship Id="rId10" Type="http://schemas.openxmlformats.org/officeDocument/2006/relationships/image" Target="../media/image21.emf"/><Relationship Id="rId4" Type="http://schemas.openxmlformats.org/officeDocument/2006/relationships/image" Target="../media/image15.emf"/><Relationship Id="rId9" Type="http://schemas.openxmlformats.org/officeDocument/2006/relationships/image" Target="../media/image20.emf"/></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3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group of people sitting at a table">
            <a:extLst>
              <a:ext uri="{FF2B5EF4-FFF2-40B4-BE49-F238E27FC236}">
                <a16:creationId xmlns:a16="http://schemas.microsoft.com/office/drawing/2014/main" id="{15FF348E-C446-4450-8262-D18488C886AA}"/>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t="3321" b="3321"/>
          <a:stretch/>
        </p:blipFill>
        <p:spPr/>
      </p:pic>
      <p:sp>
        <p:nvSpPr>
          <p:cNvPr id="4" name="Title 3">
            <a:extLst>
              <a:ext uri="{FF2B5EF4-FFF2-40B4-BE49-F238E27FC236}">
                <a16:creationId xmlns:a16="http://schemas.microsoft.com/office/drawing/2014/main" id="{D7559F58-E7E3-4312-BFB5-D3B5719E827E}"/>
              </a:ext>
            </a:extLst>
          </p:cNvPr>
          <p:cNvSpPr>
            <a:spLocks noGrp="1"/>
          </p:cNvSpPr>
          <p:nvPr>
            <p:ph type="ctrTitle"/>
          </p:nvPr>
        </p:nvSpPr>
        <p:spPr/>
        <p:txBody>
          <a:bodyPr rtlCol="0"/>
          <a:lstStyle/>
          <a:p>
            <a:pPr rtl="0"/>
            <a:r>
              <a:rPr lang="en-GB" dirty="0"/>
              <a:t>HR Attrition Project</a:t>
            </a:r>
          </a:p>
        </p:txBody>
      </p:sp>
      <p:sp>
        <p:nvSpPr>
          <p:cNvPr id="5" name="Subtitle 4">
            <a:extLst>
              <a:ext uri="{FF2B5EF4-FFF2-40B4-BE49-F238E27FC236}">
                <a16:creationId xmlns:a16="http://schemas.microsoft.com/office/drawing/2014/main" id="{EF502785-6557-4038-9743-2ABFF39CB24A}"/>
              </a:ext>
            </a:extLst>
          </p:cNvPr>
          <p:cNvSpPr>
            <a:spLocks noGrp="1"/>
          </p:cNvSpPr>
          <p:nvPr>
            <p:ph type="subTitle" idx="1"/>
          </p:nvPr>
        </p:nvSpPr>
        <p:spPr>
          <a:xfrm>
            <a:off x="755335" y="4478767"/>
            <a:ext cx="6470693" cy="605256"/>
          </a:xfrm>
        </p:spPr>
        <p:txBody>
          <a:bodyPr rtlCol="0"/>
          <a:lstStyle/>
          <a:p>
            <a:pPr marL="0" indent="0" rtl="0">
              <a:buNone/>
            </a:pPr>
            <a:r>
              <a:rPr lang="en-GB" dirty="0"/>
              <a:t>Data Science Institute </a:t>
            </a:r>
            <a:r>
              <a:rPr lang="en-GB" dirty="0" err="1"/>
              <a:t>PgDip</a:t>
            </a:r>
            <a:endParaRPr lang="en-GB" dirty="0"/>
          </a:p>
        </p:txBody>
      </p:sp>
      <p:sp>
        <p:nvSpPr>
          <p:cNvPr id="7" name="Slide Number Placeholder 6">
            <a:extLst>
              <a:ext uri="{FF2B5EF4-FFF2-40B4-BE49-F238E27FC236}">
                <a16:creationId xmlns:a16="http://schemas.microsoft.com/office/drawing/2014/main" id="{9B0ECE08-9EB7-F938-6FD1-B4B5C777BF9C}"/>
              </a:ext>
            </a:extLst>
          </p:cNvPr>
          <p:cNvSpPr>
            <a:spLocks noGrp="1"/>
          </p:cNvSpPr>
          <p:nvPr>
            <p:ph type="sldNum" sz="quarter" idx="12"/>
          </p:nvPr>
        </p:nvSpPr>
        <p:spPr/>
        <p:txBody>
          <a:bodyPr/>
          <a:lstStyle/>
          <a:p>
            <a:pPr rtl="0"/>
            <a:fld id="{3A98EE3D-8CD1-4C3F-BD1C-C98C9596463C}" type="slidenum">
              <a:rPr lang="en-GB" noProof="0" smtClean="0"/>
              <a:t>1</a:t>
            </a:fld>
            <a:endParaRPr lang="en-GB" noProof="0"/>
          </a:p>
        </p:txBody>
      </p:sp>
      <p:sp>
        <p:nvSpPr>
          <p:cNvPr id="9" name="Subtitle 4">
            <a:extLst>
              <a:ext uri="{FF2B5EF4-FFF2-40B4-BE49-F238E27FC236}">
                <a16:creationId xmlns:a16="http://schemas.microsoft.com/office/drawing/2014/main" id="{A220D062-562E-5FC3-836A-0044BC0254BA}"/>
              </a:ext>
            </a:extLst>
          </p:cNvPr>
          <p:cNvSpPr txBox="1">
            <a:spLocks/>
          </p:cNvSpPr>
          <p:nvPr/>
        </p:nvSpPr>
        <p:spPr>
          <a:xfrm>
            <a:off x="755335" y="5000899"/>
            <a:ext cx="4399050" cy="40986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noProof="0" dirty="0"/>
              <a:t>Gary Schulze </a:t>
            </a:r>
          </a:p>
        </p:txBody>
      </p:sp>
    </p:spTree>
    <p:extLst>
      <p:ext uri="{BB962C8B-B14F-4D97-AF65-F5344CB8AC3E}">
        <p14:creationId xmlns:p14="http://schemas.microsoft.com/office/powerpoint/2010/main" val="331669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BF798-8948-401D-89CE-1ED6136ED254}"/>
              </a:ext>
            </a:extLst>
          </p:cNvPr>
          <p:cNvSpPr>
            <a:spLocks noGrp="1"/>
          </p:cNvSpPr>
          <p:nvPr>
            <p:ph type="title"/>
          </p:nvPr>
        </p:nvSpPr>
        <p:spPr/>
        <p:txBody>
          <a:bodyPr rtlCol="0"/>
          <a:lstStyle/>
          <a:p>
            <a:pPr algn="ctr" rtl="0"/>
            <a:r>
              <a:rPr lang="en-GB" dirty="0"/>
              <a:t>Introduction</a:t>
            </a:r>
          </a:p>
        </p:txBody>
      </p:sp>
      <p:sp>
        <p:nvSpPr>
          <p:cNvPr id="3" name="Content Placeholder 2">
            <a:extLst>
              <a:ext uri="{FF2B5EF4-FFF2-40B4-BE49-F238E27FC236}">
                <a16:creationId xmlns:a16="http://schemas.microsoft.com/office/drawing/2014/main" id="{F9529D8B-2C12-43D2-BC28-8FA4895C977A}"/>
              </a:ext>
            </a:extLst>
          </p:cNvPr>
          <p:cNvSpPr>
            <a:spLocks noGrp="1"/>
          </p:cNvSpPr>
          <p:nvPr>
            <p:ph idx="1"/>
          </p:nvPr>
        </p:nvSpPr>
        <p:spPr>
          <a:xfrm>
            <a:off x="930166" y="2108201"/>
            <a:ext cx="3724131" cy="4040351"/>
          </a:xfrm>
        </p:spPr>
        <p:txBody>
          <a:bodyPr rtlCol="0">
            <a:normAutofit fontScale="62500" lnSpcReduction="20000"/>
          </a:bodyPr>
          <a:lstStyle/>
          <a:p>
            <a:pPr rtl="0"/>
            <a:r>
              <a:rPr lang="en-GB" dirty="0"/>
              <a:t>The most important aspect for any organisation is its employees. Employees, and especially those who have more experience and a higher skillset, offer the organisation the most value. </a:t>
            </a:r>
          </a:p>
          <a:p>
            <a:pPr rtl="0"/>
            <a:r>
              <a:rPr lang="en-GB" dirty="0"/>
              <a:t>Most organisation’s HR departments work on trying to retain that experience and skill. It has become increasingly important for such departments to gain insight into attrition and gain a better understanding of why staff leave and what may be done to help prevent it in the future.</a:t>
            </a:r>
          </a:p>
        </p:txBody>
      </p:sp>
      <p:pic>
        <p:nvPicPr>
          <p:cNvPr id="8" name="Picture Placeholder 7" descr="Lady smiling in front of her computer">
            <a:extLst>
              <a:ext uri="{FF2B5EF4-FFF2-40B4-BE49-F238E27FC236}">
                <a16:creationId xmlns:a16="http://schemas.microsoft.com/office/drawing/2014/main" id="{F9CB6B5C-CC4C-49BD-96A3-CBE188D3D1D1}"/>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t="133" b="133"/>
          <a:stretch/>
        </p:blipFill>
        <p:spPr/>
      </p:pic>
      <p:pic>
        <p:nvPicPr>
          <p:cNvPr id="12" name="Picture Placeholder 11" descr="Business men sitting at a table">
            <a:extLst>
              <a:ext uri="{FF2B5EF4-FFF2-40B4-BE49-F238E27FC236}">
                <a16:creationId xmlns:a16="http://schemas.microsoft.com/office/drawing/2014/main" id="{B466B10D-3068-493B-874B-7199B529DF76}"/>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val="0"/>
              </a:ext>
            </a:extLst>
          </a:blip>
          <a:srcRect t="90" b="90"/>
          <a:stretch/>
        </p:blipFill>
        <p:spPr/>
      </p:pic>
      <p:pic>
        <p:nvPicPr>
          <p:cNvPr id="10" name="Picture Placeholder 9" descr="A group of people sitting at a table">
            <a:extLst>
              <a:ext uri="{FF2B5EF4-FFF2-40B4-BE49-F238E27FC236}">
                <a16:creationId xmlns:a16="http://schemas.microsoft.com/office/drawing/2014/main" id="{517F2C9B-7C2D-45DA-928A-D0AC3E7694F6}"/>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val="0"/>
              </a:ext>
            </a:extLst>
          </a:blip>
          <a:srcRect l="60" r="60"/>
          <a:stretch/>
        </p:blipFill>
        <p:spPr/>
      </p:pic>
      <p:sp>
        <p:nvSpPr>
          <p:cNvPr id="15" name="Slide Number Placeholder 14">
            <a:extLst>
              <a:ext uri="{FF2B5EF4-FFF2-40B4-BE49-F238E27FC236}">
                <a16:creationId xmlns:a16="http://schemas.microsoft.com/office/drawing/2014/main" id="{FAC43D02-FCA1-4880-8376-FFDCFB5A520F}"/>
              </a:ext>
            </a:extLst>
          </p:cNvPr>
          <p:cNvSpPr>
            <a:spLocks noGrp="1"/>
          </p:cNvSpPr>
          <p:nvPr>
            <p:ph type="sldNum" sz="quarter" idx="12"/>
          </p:nvPr>
        </p:nvSpPr>
        <p:spPr/>
        <p:txBody>
          <a:bodyPr rtlCol="0"/>
          <a:lstStyle/>
          <a:p>
            <a:pPr rtl="0"/>
            <a:fld id="{3A98EE3D-8CD1-4C3F-BD1C-C98C9596463C}" type="slidenum">
              <a:rPr lang="en-GB" smtClean="0"/>
              <a:pPr rtl="0"/>
              <a:t>2</a:t>
            </a:fld>
            <a:endParaRPr lang="en-GB"/>
          </a:p>
        </p:txBody>
      </p:sp>
      <p:sp>
        <p:nvSpPr>
          <p:cNvPr id="5" name="Footer Placeholder 4">
            <a:extLst>
              <a:ext uri="{FF2B5EF4-FFF2-40B4-BE49-F238E27FC236}">
                <a16:creationId xmlns:a16="http://schemas.microsoft.com/office/drawing/2014/main" id="{B75E58B2-F032-2F07-1C25-0C2D0246E75F}"/>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4250089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BF798-8948-401D-89CE-1ED6136ED254}"/>
              </a:ext>
            </a:extLst>
          </p:cNvPr>
          <p:cNvSpPr>
            <a:spLocks noGrp="1"/>
          </p:cNvSpPr>
          <p:nvPr>
            <p:ph type="title"/>
          </p:nvPr>
        </p:nvSpPr>
        <p:spPr/>
        <p:txBody>
          <a:bodyPr rtlCol="0"/>
          <a:lstStyle/>
          <a:p>
            <a:pPr algn="ctr" rtl="0"/>
            <a:r>
              <a:rPr lang="en-GB" dirty="0"/>
              <a:t>Consequences of high attrition</a:t>
            </a:r>
          </a:p>
        </p:txBody>
      </p:sp>
      <p:sp>
        <p:nvSpPr>
          <p:cNvPr id="3" name="Content Placeholder 2">
            <a:extLst>
              <a:ext uri="{FF2B5EF4-FFF2-40B4-BE49-F238E27FC236}">
                <a16:creationId xmlns:a16="http://schemas.microsoft.com/office/drawing/2014/main" id="{F9529D8B-2C12-43D2-BC28-8FA4895C977A}"/>
              </a:ext>
            </a:extLst>
          </p:cNvPr>
          <p:cNvSpPr>
            <a:spLocks noGrp="1"/>
          </p:cNvSpPr>
          <p:nvPr>
            <p:ph idx="1"/>
          </p:nvPr>
        </p:nvSpPr>
        <p:spPr>
          <a:xfrm>
            <a:off x="930166" y="2108201"/>
            <a:ext cx="7126013" cy="4040351"/>
          </a:xfrm>
        </p:spPr>
        <p:txBody>
          <a:bodyPr rtlCol="0">
            <a:normAutofit fontScale="77500" lnSpcReduction="20000"/>
          </a:bodyPr>
          <a:lstStyle/>
          <a:p>
            <a:pPr rtl="0"/>
            <a:r>
              <a:rPr lang="en-GB" dirty="0"/>
              <a:t>Employee retention is important for several reasons.</a:t>
            </a:r>
          </a:p>
          <a:p>
            <a:pPr rtl="0"/>
            <a:endParaRPr lang="en-GB" dirty="0"/>
          </a:p>
          <a:p>
            <a:pPr lvl="1">
              <a:buFont typeface="Wingdings" panose="05000000000000000000" pitchFamily="2" charset="2"/>
              <a:buChar char="§"/>
            </a:pPr>
            <a:r>
              <a:rPr lang="en-GB" sz="2000" b="1" dirty="0"/>
              <a:t>High attrition can be time consuming and costly</a:t>
            </a:r>
            <a:r>
              <a:rPr lang="en-GB" sz="2000" dirty="0"/>
              <a:t>. Every recruit needs their CV reviewed, be screened, have an interview. Once they are employed, they will require onboarding and training. When staff leave, there is exit interviews and paperwork. This may also reduce productivity whilst looking for a replacement.</a:t>
            </a:r>
          </a:p>
          <a:p>
            <a:pPr lvl="1">
              <a:buFont typeface="Wingdings" panose="05000000000000000000" pitchFamily="2" charset="2"/>
              <a:buChar char="§"/>
            </a:pPr>
            <a:r>
              <a:rPr lang="en-GB" sz="2000" b="1" dirty="0"/>
              <a:t>An organisation with high retention is likely to attract and retain more qualified talent. </a:t>
            </a:r>
            <a:r>
              <a:rPr lang="en-GB" sz="2000" dirty="0"/>
              <a:t> This has to do with reputation relating to employee satisfaction and morale.  This can be very appealing to someone looking for a new job. Retention also enhances employee experience and skill.</a:t>
            </a:r>
            <a:endParaRPr lang="en-GB" sz="1600" dirty="0"/>
          </a:p>
          <a:p>
            <a:pPr lvl="1">
              <a:buFont typeface="Wingdings" panose="05000000000000000000" pitchFamily="2" charset="2"/>
              <a:buChar char="§"/>
            </a:pPr>
            <a:r>
              <a:rPr lang="en-GB" sz="2000" b="1" dirty="0"/>
              <a:t>Consistent changes in staff make it more difficult for employees to develop positive working relationships with their fellow employees. </a:t>
            </a:r>
            <a:r>
              <a:rPr lang="en-GB" sz="2000" dirty="0"/>
              <a:t>Employees who stay at a company for longer are often less stressed and more committed to the long-term success of the organisation. They also tend to more productive having more pride, loyalty and a sense of belonging.</a:t>
            </a:r>
            <a:endParaRPr lang="en-GB" dirty="0"/>
          </a:p>
          <a:p>
            <a:pPr marL="0" indent="0" rtl="0">
              <a:buNone/>
            </a:pPr>
            <a:endParaRPr lang="en-GB" dirty="0"/>
          </a:p>
        </p:txBody>
      </p:sp>
      <p:sp>
        <p:nvSpPr>
          <p:cNvPr id="15" name="Slide Number Placeholder 14">
            <a:extLst>
              <a:ext uri="{FF2B5EF4-FFF2-40B4-BE49-F238E27FC236}">
                <a16:creationId xmlns:a16="http://schemas.microsoft.com/office/drawing/2014/main" id="{FAC43D02-FCA1-4880-8376-FFDCFB5A520F}"/>
              </a:ext>
            </a:extLst>
          </p:cNvPr>
          <p:cNvSpPr>
            <a:spLocks noGrp="1"/>
          </p:cNvSpPr>
          <p:nvPr>
            <p:ph type="sldNum" sz="quarter" idx="12"/>
          </p:nvPr>
        </p:nvSpPr>
        <p:spPr/>
        <p:txBody>
          <a:bodyPr rtlCol="0"/>
          <a:lstStyle/>
          <a:p>
            <a:pPr rtl="0"/>
            <a:fld id="{3A98EE3D-8CD1-4C3F-BD1C-C98C9596463C}" type="slidenum">
              <a:rPr lang="en-GB" smtClean="0"/>
              <a:pPr rtl="0"/>
              <a:t>3</a:t>
            </a:fld>
            <a:endParaRPr lang="en-GB"/>
          </a:p>
        </p:txBody>
      </p:sp>
      <p:pic>
        <p:nvPicPr>
          <p:cNvPr id="6" name="Picture Placeholder 11" descr="A group of people in a room, meeting writing">
            <a:extLst>
              <a:ext uri="{FF2B5EF4-FFF2-40B4-BE49-F238E27FC236}">
                <a16:creationId xmlns:a16="http://schemas.microsoft.com/office/drawing/2014/main" id="{683D8432-38A0-F4E8-5113-E44133CC6D19}"/>
              </a:ext>
            </a:extLst>
          </p:cNvPr>
          <p:cNvPicPr>
            <a:picLocks noChangeAspect="1"/>
          </p:cNvPicPr>
          <p:nvPr/>
        </p:nvPicPr>
        <p:blipFill rotWithShape="1">
          <a:blip r:embed="rId3" cstate="screen">
            <a:extLst>
              <a:ext uri="{28A0092B-C50C-407E-A947-70E740481C1C}">
                <a14:useLocalDpi xmlns:a14="http://schemas.microsoft.com/office/drawing/2010/main" val="0"/>
              </a:ext>
            </a:extLst>
          </a:blip>
          <a:srcRect/>
          <a:stretch/>
        </p:blipFill>
        <p:spPr>
          <a:xfrm>
            <a:off x="8218426" y="2066544"/>
            <a:ext cx="3544888" cy="3931920"/>
          </a:xfrm>
          <a:prstGeom prst="rect">
            <a:avLst/>
          </a:prstGeom>
          <a:solidFill>
            <a:schemeClr val="accent6"/>
          </a:solidFill>
        </p:spPr>
      </p:pic>
      <p:sp>
        <p:nvSpPr>
          <p:cNvPr id="5" name="Footer Placeholder 4">
            <a:extLst>
              <a:ext uri="{FF2B5EF4-FFF2-40B4-BE49-F238E27FC236}">
                <a16:creationId xmlns:a16="http://schemas.microsoft.com/office/drawing/2014/main" id="{51DB13B4-FA15-D603-6B61-042452F38BE8}"/>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1366993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C98AB2-3986-7245-34FF-5CD74128A9B6}"/>
              </a:ext>
            </a:extLst>
          </p:cNvPr>
          <p:cNvSpPr/>
          <p:nvPr/>
        </p:nvSpPr>
        <p:spPr>
          <a:xfrm>
            <a:off x="0" y="6356351"/>
            <a:ext cx="12192000" cy="5016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useBgFill="1">
        <p:nvSpPr>
          <p:cNvPr id="28" name="Slide background fill">
            <a:extLst>
              <a:ext uri="{FF2B5EF4-FFF2-40B4-BE49-F238E27FC236}">
                <a16:creationId xmlns:a16="http://schemas.microsoft.com/office/drawing/2014/main" id="{8DF67618-B87B-4195-8E24-3B126F79F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Color 2">
            <a:extLst>
              <a:ext uri="{FF2B5EF4-FFF2-40B4-BE49-F238E27FC236}">
                <a16:creationId xmlns:a16="http://schemas.microsoft.com/office/drawing/2014/main" id="{64960379-9FF9-400A-A8A8-F5AB633FD3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a:extLst>
              <a:ext uri="{FF2B5EF4-FFF2-40B4-BE49-F238E27FC236}">
                <a16:creationId xmlns:a16="http://schemas.microsoft.com/office/drawing/2014/main" id="{2C491629-AE25-486B-9B22-2CE4EE8F7E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218159" cy="6858000"/>
            <a:chOff x="651279" y="598259"/>
            <a:chExt cx="10889442" cy="5680742"/>
          </a:xfrm>
        </p:grpSpPr>
        <p:sp>
          <p:nvSpPr>
            <p:cNvPr id="17" name="Color">
              <a:extLst>
                <a:ext uri="{FF2B5EF4-FFF2-40B4-BE49-F238E27FC236}">
                  <a16:creationId xmlns:a16="http://schemas.microsoft.com/office/drawing/2014/main" id="{590EB173-7DC2-4BE8-BC08-19BC09DBD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Color">
              <a:extLst>
                <a:ext uri="{FF2B5EF4-FFF2-40B4-BE49-F238E27FC236}">
                  <a16:creationId xmlns:a16="http://schemas.microsoft.com/office/drawing/2014/main" id="{0731E2C9-2CF0-48B4-9CEA-35B2199AF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0" name="Group 19">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1" name="Freeform: Shape 20">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1737298F-B272-4BC5-BFF2-053334392B37}"/>
              </a:ext>
            </a:extLst>
          </p:cNvPr>
          <p:cNvSpPr>
            <a:spLocks noGrp="1"/>
          </p:cNvSpPr>
          <p:nvPr>
            <p:ph type="title"/>
          </p:nvPr>
        </p:nvSpPr>
        <p:spPr>
          <a:xfrm>
            <a:off x="786385" y="841248"/>
            <a:ext cx="5129600" cy="5340097"/>
          </a:xfrm>
        </p:spPr>
        <p:txBody>
          <a:bodyPr rtlCol="0" anchor="ctr">
            <a:normAutofit/>
          </a:bodyPr>
          <a:lstStyle/>
          <a:p>
            <a:pPr rtl="0"/>
            <a:r>
              <a:rPr lang="en-GB" sz="4800" dirty="0">
                <a:solidFill>
                  <a:schemeClr val="bg1"/>
                </a:solidFill>
              </a:rPr>
              <a:t>Phase 1- Data management</a:t>
            </a:r>
          </a:p>
        </p:txBody>
      </p:sp>
      <p:sp>
        <p:nvSpPr>
          <p:cNvPr id="6" name="Slide Number Placeholder 5">
            <a:extLst>
              <a:ext uri="{FF2B5EF4-FFF2-40B4-BE49-F238E27FC236}">
                <a16:creationId xmlns:a16="http://schemas.microsoft.com/office/drawing/2014/main" id="{C6B37ACF-49F1-45AA-BB16-6A58A160FF3D}"/>
              </a:ext>
            </a:extLst>
          </p:cNvPr>
          <p:cNvSpPr>
            <a:spLocks noGrp="1"/>
          </p:cNvSpPr>
          <p:nvPr>
            <p:ph type="sldNum" sz="quarter" idx="12"/>
          </p:nvPr>
        </p:nvSpPr>
        <p:spPr>
          <a:xfrm>
            <a:off x="11548872" y="6217920"/>
            <a:ext cx="640080" cy="640080"/>
          </a:xfrm>
        </p:spPr>
        <p:txBody>
          <a:bodyPr rtlCol="0">
            <a:normAutofit/>
          </a:bodyPr>
          <a:lstStyle/>
          <a:p>
            <a:pPr algn="ctr" rtl="0">
              <a:spcAft>
                <a:spcPts val="600"/>
              </a:spcAft>
            </a:pPr>
            <a:fld id="{3A98EE3D-8CD1-4C3F-BD1C-C98C9596463C}" type="slidenum">
              <a:rPr lang="en-GB" sz="1600">
                <a:solidFill>
                  <a:schemeClr val="tx2"/>
                </a:solidFill>
              </a:rPr>
              <a:pPr algn="ctr" rtl="0">
                <a:spcAft>
                  <a:spcPts val="600"/>
                </a:spcAft>
              </a:pPr>
              <a:t>4</a:t>
            </a:fld>
            <a:endParaRPr lang="en-GB" sz="1600">
              <a:solidFill>
                <a:schemeClr val="tx2"/>
              </a:solidFill>
            </a:endParaRPr>
          </a:p>
        </p:txBody>
      </p:sp>
      <p:graphicFrame>
        <p:nvGraphicFramePr>
          <p:cNvPr id="7" name="Content Placeholder 3" descr="Timeline placeholder ">
            <a:extLst>
              <a:ext uri="{FF2B5EF4-FFF2-40B4-BE49-F238E27FC236}">
                <a16:creationId xmlns:a16="http://schemas.microsoft.com/office/drawing/2014/main" id="{F78E5D95-BEAB-4D62-BE19-18BB49582E2B}"/>
              </a:ext>
            </a:extLst>
          </p:cNvPr>
          <p:cNvGraphicFramePr>
            <a:graphicFrameLocks noGrp="1"/>
          </p:cNvGraphicFramePr>
          <p:nvPr>
            <p:ph idx="1"/>
            <p:extLst>
              <p:ext uri="{D42A27DB-BD31-4B8C-83A1-F6EECF244321}">
                <p14:modId xmlns:p14="http://schemas.microsoft.com/office/powerpoint/2010/main" val="736759207"/>
              </p:ext>
            </p:extLst>
          </p:nvPr>
        </p:nvGraphicFramePr>
        <p:xfrm>
          <a:off x="6525628" y="529388"/>
          <a:ext cx="4828172" cy="56519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12213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26D7E-EC6D-4B21-BCCC-32A29B9B2B33}"/>
              </a:ext>
            </a:extLst>
          </p:cNvPr>
          <p:cNvSpPr>
            <a:spLocks noGrp="1"/>
          </p:cNvSpPr>
          <p:nvPr>
            <p:ph type="title"/>
          </p:nvPr>
        </p:nvSpPr>
        <p:spPr>
          <a:xfrm>
            <a:off x="838200" y="136506"/>
            <a:ext cx="10515600" cy="583929"/>
          </a:xfrm>
        </p:spPr>
        <p:txBody>
          <a:bodyPr rtlCol="0">
            <a:normAutofit/>
          </a:bodyPr>
          <a:lstStyle/>
          <a:p>
            <a:pPr algn="ctr" rtl="0"/>
            <a:r>
              <a:rPr lang="en-GB" sz="2800" dirty="0"/>
              <a:t>Data Snapshot	</a:t>
            </a:r>
          </a:p>
        </p:txBody>
      </p:sp>
      <p:sp>
        <p:nvSpPr>
          <p:cNvPr id="9" name="Slide Number Placeholder 8">
            <a:extLst>
              <a:ext uri="{FF2B5EF4-FFF2-40B4-BE49-F238E27FC236}">
                <a16:creationId xmlns:a16="http://schemas.microsoft.com/office/drawing/2014/main" id="{19006701-2C20-483A-974E-2CA25DD23066}"/>
              </a:ext>
            </a:extLst>
          </p:cNvPr>
          <p:cNvSpPr>
            <a:spLocks noGrp="1"/>
          </p:cNvSpPr>
          <p:nvPr>
            <p:ph type="sldNum" sz="quarter" idx="12"/>
          </p:nvPr>
        </p:nvSpPr>
        <p:spPr/>
        <p:txBody>
          <a:bodyPr rtlCol="0"/>
          <a:lstStyle/>
          <a:p>
            <a:pPr rtl="0"/>
            <a:fld id="{3A98EE3D-8CD1-4C3F-BD1C-C98C9596463C}" type="slidenum">
              <a:rPr lang="en-GB" smtClean="0"/>
              <a:pPr rtl="0"/>
              <a:t>5</a:t>
            </a:fld>
            <a:endParaRPr lang="en-GB" dirty="0"/>
          </a:p>
        </p:txBody>
      </p:sp>
      <p:pic>
        <p:nvPicPr>
          <p:cNvPr id="16" name="Picture 15">
            <a:extLst>
              <a:ext uri="{FF2B5EF4-FFF2-40B4-BE49-F238E27FC236}">
                <a16:creationId xmlns:a16="http://schemas.microsoft.com/office/drawing/2014/main" id="{E76AE3AE-BB1D-F574-6F0A-8216D989D9E3}"/>
              </a:ext>
            </a:extLst>
          </p:cNvPr>
          <p:cNvPicPr>
            <a:picLocks noChangeAspect="1"/>
          </p:cNvPicPr>
          <p:nvPr/>
        </p:nvPicPr>
        <p:blipFill>
          <a:blip r:embed="rId3"/>
          <a:stretch>
            <a:fillRect/>
          </a:stretch>
        </p:blipFill>
        <p:spPr>
          <a:xfrm>
            <a:off x="481366" y="1061767"/>
            <a:ext cx="8129234" cy="4953251"/>
          </a:xfrm>
          <a:prstGeom prst="rect">
            <a:avLst/>
          </a:prstGeom>
        </p:spPr>
      </p:pic>
      <p:sp>
        <p:nvSpPr>
          <p:cNvPr id="3" name="Content Placeholder 3">
            <a:extLst>
              <a:ext uri="{FF2B5EF4-FFF2-40B4-BE49-F238E27FC236}">
                <a16:creationId xmlns:a16="http://schemas.microsoft.com/office/drawing/2014/main" id="{D4F5914A-504D-7E8F-5305-8D6FE836C3B7}"/>
              </a:ext>
            </a:extLst>
          </p:cNvPr>
          <p:cNvSpPr>
            <a:spLocks noGrp="1"/>
          </p:cNvSpPr>
          <p:nvPr>
            <p:ph idx="1"/>
          </p:nvPr>
        </p:nvSpPr>
        <p:spPr>
          <a:xfrm>
            <a:off x="8610600" y="1907653"/>
            <a:ext cx="3290455" cy="3261477"/>
          </a:xfrm>
        </p:spPr>
        <p:txBody>
          <a:bodyPr>
            <a:normAutofit/>
          </a:bodyPr>
          <a:lstStyle/>
          <a:p>
            <a:r>
              <a:rPr lang="en-GB" dirty="0"/>
              <a:t>Once all data sets are merged, cleaned and additional columns added, there is a total of 1470 rows and 32 columns.</a:t>
            </a:r>
          </a:p>
        </p:txBody>
      </p:sp>
      <p:sp>
        <p:nvSpPr>
          <p:cNvPr id="4" name="Rectangle 3">
            <a:extLst>
              <a:ext uri="{FF2B5EF4-FFF2-40B4-BE49-F238E27FC236}">
                <a16:creationId xmlns:a16="http://schemas.microsoft.com/office/drawing/2014/main" id="{93AE4B2E-96EF-F7FD-1285-0AC3622504FD}"/>
              </a:ext>
            </a:extLst>
          </p:cNvPr>
          <p:cNvSpPr/>
          <p:nvPr/>
        </p:nvSpPr>
        <p:spPr>
          <a:xfrm>
            <a:off x="0" y="1"/>
            <a:ext cx="12192000" cy="842982"/>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Footer Placeholder 5">
            <a:extLst>
              <a:ext uri="{FF2B5EF4-FFF2-40B4-BE49-F238E27FC236}">
                <a16:creationId xmlns:a16="http://schemas.microsoft.com/office/drawing/2014/main" id="{D8617615-7F82-4AC1-6730-31129E3242A5}"/>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3133532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C18AAE4A-E657-4AA4-16B3-E577F83859EE}"/>
              </a:ext>
            </a:extLst>
          </p:cNvPr>
          <p:cNvPicPr>
            <a:picLocks noGrp="1" noChangeAspect="1"/>
          </p:cNvPicPr>
          <p:nvPr>
            <p:ph idx="1"/>
          </p:nvPr>
        </p:nvPicPr>
        <p:blipFill rotWithShape="1">
          <a:blip r:embed="rId3"/>
          <a:srcRect r="347" b="4500"/>
          <a:stretch/>
        </p:blipFill>
        <p:spPr>
          <a:xfrm>
            <a:off x="1159201" y="1177247"/>
            <a:ext cx="9996479" cy="2392672"/>
          </a:xfrm>
        </p:spPr>
      </p:pic>
      <p:sp>
        <p:nvSpPr>
          <p:cNvPr id="9" name="Slide Number Placeholder 8">
            <a:extLst>
              <a:ext uri="{FF2B5EF4-FFF2-40B4-BE49-F238E27FC236}">
                <a16:creationId xmlns:a16="http://schemas.microsoft.com/office/drawing/2014/main" id="{19006701-2C20-483A-974E-2CA25DD23066}"/>
              </a:ext>
            </a:extLst>
          </p:cNvPr>
          <p:cNvSpPr>
            <a:spLocks noGrp="1"/>
          </p:cNvSpPr>
          <p:nvPr>
            <p:ph type="sldNum" sz="quarter" idx="12"/>
          </p:nvPr>
        </p:nvSpPr>
        <p:spPr/>
        <p:txBody>
          <a:bodyPr rtlCol="0"/>
          <a:lstStyle/>
          <a:p>
            <a:pPr rtl="0"/>
            <a:fld id="{3A98EE3D-8CD1-4C3F-BD1C-C98C9596463C}" type="slidenum">
              <a:rPr lang="en-GB" smtClean="0"/>
              <a:pPr rtl="0"/>
              <a:t>6</a:t>
            </a:fld>
            <a:endParaRPr lang="en-GB" dirty="0"/>
          </a:p>
        </p:txBody>
      </p:sp>
      <p:pic>
        <p:nvPicPr>
          <p:cNvPr id="12" name="Picture 11">
            <a:extLst>
              <a:ext uri="{FF2B5EF4-FFF2-40B4-BE49-F238E27FC236}">
                <a16:creationId xmlns:a16="http://schemas.microsoft.com/office/drawing/2014/main" id="{CD4C3A9C-6BBA-FAFC-9D93-DAADB4A8946E}"/>
              </a:ext>
            </a:extLst>
          </p:cNvPr>
          <p:cNvPicPr>
            <a:picLocks noChangeAspect="1"/>
          </p:cNvPicPr>
          <p:nvPr/>
        </p:nvPicPr>
        <p:blipFill>
          <a:blip r:embed="rId4"/>
          <a:stretch>
            <a:fillRect/>
          </a:stretch>
        </p:blipFill>
        <p:spPr>
          <a:xfrm>
            <a:off x="1097280" y="4018318"/>
            <a:ext cx="5077534" cy="2505425"/>
          </a:xfrm>
          <a:prstGeom prst="rect">
            <a:avLst/>
          </a:prstGeom>
        </p:spPr>
      </p:pic>
      <p:sp>
        <p:nvSpPr>
          <p:cNvPr id="13" name="Content Placeholder 3">
            <a:extLst>
              <a:ext uri="{FF2B5EF4-FFF2-40B4-BE49-F238E27FC236}">
                <a16:creationId xmlns:a16="http://schemas.microsoft.com/office/drawing/2014/main" id="{76B5C6BD-BD68-1DCA-AB36-2EDBA5065A73}"/>
              </a:ext>
            </a:extLst>
          </p:cNvPr>
          <p:cNvSpPr txBox="1">
            <a:spLocks/>
          </p:cNvSpPr>
          <p:nvPr/>
        </p:nvSpPr>
        <p:spPr>
          <a:xfrm>
            <a:off x="6501008" y="4043013"/>
            <a:ext cx="4423154" cy="2392672"/>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Overall, attrition appears to be low. </a:t>
            </a:r>
          </a:p>
          <a:p>
            <a:r>
              <a:rPr lang="en-GB" dirty="0"/>
              <a:t>Research and Development has the most attrition amongst the departments, although Sales will have a higher attrition rate.</a:t>
            </a:r>
          </a:p>
          <a:p>
            <a:r>
              <a:rPr lang="en-GB" dirty="0"/>
              <a:t>In Job role, Laboratory Technician and Sales executives have the most attrition, although as a proportion of the overall in each role, their attrition rate is low.</a:t>
            </a:r>
          </a:p>
          <a:p>
            <a:r>
              <a:rPr lang="en-GB" dirty="0"/>
              <a:t>Business travel seems to have an impact on attrition, with those that travel rarely having the lowest attrition rate.</a:t>
            </a:r>
          </a:p>
          <a:p>
            <a:endParaRPr lang="en-GB" dirty="0"/>
          </a:p>
        </p:txBody>
      </p:sp>
      <p:sp>
        <p:nvSpPr>
          <p:cNvPr id="19" name="Title 1">
            <a:extLst>
              <a:ext uri="{FF2B5EF4-FFF2-40B4-BE49-F238E27FC236}">
                <a16:creationId xmlns:a16="http://schemas.microsoft.com/office/drawing/2014/main" id="{6240E4B9-49E0-CBE8-E14E-3CB04607D0BE}"/>
              </a:ext>
            </a:extLst>
          </p:cNvPr>
          <p:cNvSpPr txBox="1">
            <a:spLocks/>
          </p:cNvSpPr>
          <p:nvPr/>
        </p:nvSpPr>
        <p:spPr>
          <a:xfrm>
            <a:off x="1066800" y="136525"/>
            <a:ext cx="10058400" cy="60485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2800" dirty="0"/>
              <a:t>Visualize – Initial interpretation</a:t>
            </a:r>
          </a:p>
        </p:txBody>
      </p:sp>
      <p:sp>
        <p:nvSpPr>
          <p:cNvPr id="2" name="Rectangle 1">
            <a:extLst>
              <a:ext uri="{FF2B5EF4-FFF2-40B4-BE49-F238E27FC236}">
                <a16:creationId xmlns:a16="http://schemas.microsoft.com/office/drawing/2014/main" id="{6BF4CB5C-D03C-E366-A112-9B7B1DCB2195}"/>
              </a:ext>
            </a:extLst>
          </p:cNvPr>
          <p:cNvSpPr/>
          <p:nvPr/>
        </p:nvSpPr>
        <p:spPr>
          <a:xfrm>
            <a:off x="0" y="1"/>
            <a:ext cx="12192000" cy="842982"/>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Footer Placeholder 3">
            <a:extLst>
              <a:ext uri="{FF2B5EF4-FFF2-40B4-BE49-F238E27FC236}">
                <a16:creationId xmlns:a16="http://schemas.microsoft.com/office/drawing/2014/main" id="{61601C76-19B7-64FF-0B2D-A0E4BD43FCDD}"/>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3456564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26D7E-EC6D-4B21-BCCC-32A29B9B2B33}"/>
              </a:ext>
            </a:extLst>
          </p:cNvPr>
          <p:cNvSpPr>
            <a:spLocks noGrp="1"/>
          </p:cNvSpPr>
          <p:nvPr>
            <p:ph type="title"/>
          </p:nvPr>
        </p:nvSpPr>
        <p:spPr>
          <a:xfrm>
            <a:off x="1066800" y="136525"/>
            <a:ext cx="10058400" cy="552238"/>
          </a:xfrm>
        </p:spPr>
        <p:txBody>
          <a:bodyPr rtlCol="0">
            <a:normAutofit/>
          </a:bodyPr>
          <a:lstStyle/>
          <a:p>
            <a:pPr algn="ctr" rtl="0"/>
            <a:r>
              <a:rPr lang="en-GB" sz="2800" dirty="0"/>
              <a:t>Visualize – Initial interpretation</a:t>
            </a:r>
          </a:p>
        </p:txBody>
      </p:sp>
      <p:sp>
        <p:nvSpPr>
          <p:cNvPr id="9" name="Slide Number Placeholder 8">
            <a:extLst>
              <a:ext uri="{FF2B5EF4-FFF2-40B4-BE49-F238E27FC236}">
                <a16:creationId xmlns:a16="http://schemas.microsoft.com/office/drawing/2014/main" id="{19006701-2C20-483A-974E-2CA25DD23066}"/>
              </a:ext>
            </a:extLst>
          </p:cNvPr>
          <p:cNvSpPr>
            <a:spLocks noGrp="1"/>
          </p:cNvSpPr>
          <p:nvPr>
            <p:ph type="sldNum" sz="quarter" idx="12"/>
          </p:nvPr>
        </p:nvSpPr>
        <p:spPr/>
        <p:txBody>
          <a:bodyPr rtlCol="0"/>
          <a:lstStyle/>
          <a:p>
            <a:pPr rtl="0"/>
            <a:fld id="{3A98EE3D-8CD1-4C3F-BD1C-C98C9596463C}" type="slidenum">
              <a:rPr lang="en-GB" smtClean="0"/>
              <a:pPr rtl="0"/>
              <a:t>7</a:t>
            </a:fld>
            <a:endParaRPr lang="en-GB" dirty="0"/>
          </a:p>
        </p:txBody>
      </p:sp>
      <p:sp>
        <p:nvSpPr>
          <p:cNvPr id="4" name="Content Placeholder 3">
            <a:extLst>
              <a:ext uri="{FF2B5EF4-FFF2-40B4-BE49-F238E27FC236}">
                <a16:creationId xmlns:a16="http://schemas.microsoft.com/office/drawing/2014/main" id="{8ED6FE45-2FF6-DAA7-9AE0-59A3474D9440}"/>
              </a:ext>
            </a:extLst>
          </p:cNvPr>
          <p:cNvSpPr>
            <a:spLocks noGrp="1"/>
          </p:cNvSpPr>
          <p:nvPr>
            <p:ph idx="1"/>
          </p:nvPr>
        </p:nvSpPr>
        <p:spPr>
          <a:xfrm>
            <a:off x="6501008" y="4043013"/>
            <a:ext cx="4423154" cy="1805993"/>
          </a:xfrm>
        </p:spPr>
        <p:txBody>
          <a:bodyPr>
            <a:normAutofit fontScale="55000" lnSpcReduction="20000"/>
          </a:bodyPr>
          <a:lstStyle/>
          <a:p>
            <a:r>
              <a:rPr lang="en-GB" dirty="0"/>
              <a:t>Overall, attrition appears to be low. </a:t>
            </a:r>
          </a:p>
          <a:p>
            <a:r>
              <a:rPr lang="en-GB" dirty="0"/>
              <a:t>Females tend to have a lower attrition rate</a:t>
            </a:r>
          </a:p>
          <a:p>
            <a:r>
              <a:rPr lang="en-GB" dirty="0"/>
              <a:t>Monthly income attrition seems to be lower when the income is higher, although, there are outliers that need to be removed.</a:t>
            </a:r>
          </a:p>
          <a:p>
            <a:r>
              <a:rPr lang="en-GB" dirty="0"/>
              <a:t>Human resources appear have the lowest attrition in terms of education field.</a:t>
            </a:r>
          </a:p>
          <a:p>
            <a:endParaRPr lang="en-GB" dirty="0"/>
          </a:p>
        </p:txBody>
      </p:sp>
      <p:pic>
        <p:nvPicPr>
          <p:cNvPr id="8" name="Picture 7">
            <a:extLst>
              <a:ext uri="{FF2B5EF4-FFF2-40B4-BE49-F238E27FC236}">
                <a16:creationId xmlns:a16="http://schemas.microsoft.com/office/drawing/2014/main" id="{26D6099C-C970-D782-DC5F-C21AB7E63C05}"/>
              </a:ext>
            </a:extLst>
          </p:cNvPr>
          <p:cNvPicPr>
            <a:picLocks noChangeAspect="1"/>
          </p:cNvPicPr>
          <p:nvPr/>
        </p:nvPicPr>
        <p:blipFill>
          <a:blip r:embed="rId3"/>
          <a:stretch>
            <a:fillRect/>
          </a:stretch>
        </p:blipFill>
        <p:spPr>
          <a:xfrm>
            <a:off x="1036320" y="3803979"/>
            <a:ext cx="4654672" cy="2295825"/>
          </a:xfrm>
          <a:prstGeom prst="rect">
            <a:avLst/>
          </a:prstGeom>
        </p:spPr>
      </p:pic>
      <p:pic>
        <p:nvPicPr>
          <p:cNvPr id="13" name="Picture 12">
            <a:extLst>
              <a:ext uri="{FF2B5EF4-FFF2-40B4-BE49-F238E27FC236}">
                <a16:creationId xmlns:a16="http://schemas.microsoft.com/office/drawing/2014/main" id="{75178411-641F-B469-C760-0C3FE04E4984}"/>
              </a:ext>
            </a:extLst>
          </p:cNvPr>
          <p:cNvPicPr>
            <a:picLocks noChangeAspect="1"/>
          </p:cNvPicPr>
          <p:nvPr/>
        </p:nvPicPr>
        <p:blipFill rotWithShape="1">
          <a:blip r:embed="rId4"/>
          <a:srcRect l="495" r="-1"/>
          <a:stretch/>
        </p:blipFill>
        <p:spPr>
          <a:xfrm>
            <a:off x="904672" y="1092514"/>
            <a:ext cx="10019490" cy="2457793"/>
          </a:xfrm>
          <a:prstGeom prst="rect">
            <a:avLst/>
          </a:prstGeom>
        </p:spPr>
      </p:pic>
      <p:sp>
        <p:nvSpPr>
          <p:cNvPr id="3" name="Rectangle 2">
            <a:extLst>
              <a:ext uri="{FF2B5EF4-FFF2-40B4-BE49-F238E27FC236}">
                <a16:creationId xmlns:a16="http://schemas.microsoft.com/office/drawing/2014/main" id="{4C463CA4-9773-8FA7-791C-5AA519E844CC}"/>
              </a:ext>
            </a:extLst>
          </p:cNvPr>
          <p:cNvSpPr/>
          <p:nvPr/>
        </p:nvSpPr>
        <p:spPr>
          <a:xfrm>
            <a:off x="0" y="1"/>
            <a:ext cx="12192000" cy="842982"/>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Footer Placeholder 5">
            <a:extLst>
              <a:ext uri="{FF2B5EF4-FFF2-40B4-BE49-F238E27FC236}">
                <a16:creationId xmlns:a16="http://schemas.microsoft.com/office/drawing/2014/main" id="{E5EFE4B3-86D6-7962-516E-50AB92FB5AB3}"/>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526042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26D7E-EC6D-4B21-BCCC-32A29B9B2B33}"/>
              </a:ext>
            </a:extLst>
          </p:cNvPr>
          <p:cNvSpPr>
            <a:spLocks noGrp="1"/>
          </p:cNvSpPr>
          <p:nvPr>
            <p:ph type="title"/>
          </p:nvPr>
        </p:nvSpPr>
        <p:spPr>
          <a:xfrm>
            <a:off x="1066800" y="124119"/>
            <a:ext cx="10058400" cy="594745"/>
          </a:xfrm>
        </p:spPr>
        <p:txBody>
          <a:bodyPr rtlCol="0">
            <a:normAutofit/>
          </a:bodyPr>
          <a:lstStyle/>
          <a:p>
            <a:pPr algn="ctr" rtl="0"/>
            <a:r>
              <a:rPr lang="en-GB" sz="2800" dirty="0"/>
              <a:t>Visualize – initial interpretation</a:t>
            </a:r>
          </a:p>
        </p:txBody>
      </p:sp>
      <p:sp>
        <p:nvSpPr>
          <p:cNvPr id="9" name="Slide Number Placeholder 8">
            <a:extLst>
              <a:ext uri="{FF2B5EF4-FFF2-40B4-BE49-F238E27FC236}">
                <a16:creationId xmlns:a16="http://schemas.microsoft.com/office/drawing/2014/main" id="{19006701-2C20-483A-974E-2CA25DD23066}"/>
              </a:ext>
            </a:extLst>
          </p:cNvPr>
          <p:cNvSpPr>
            <a:spLocks noGrp="1"/>
          </p:cNvSpPr>
          <p:nvPr>
            <p:ph type="sldNum" sz="quarter" idx="12"/>
          </p:nvPr>
        </p:nvSpPr>
        <p:spPr/>
        <p:txBody>
          <a:bodyPr rtlCol="0"/>
          <a:lstStyle/>
          <a:p>
            <a:pPr rtl="0"/>
            <a:fld id="{3A98EE3D-8CD1-4C3F-BD1C-C98C9596463C}" type="slidenum">
              <a:rPr lang="en-GB" smtClean="0"/>
              <a:pPr rtl="0"/>
              <a:t>8</a:t>
            </a:fld>
            <a:endParaRPr lang="en-GB" dirty="0"/>
          </a:p>
        </p:txBody>
      </p:sp>
      <p:sp>
        <p:nvSpPr>
          <p:cNvPr id="4" name="Content Placeholder 3">
            <a:extLst>
              <a:ext uri="{FF2B5EF4-FFF2-40B4-BE49-F238E27FC236}">
                <a16:creationId xmlns:a16="http://schemas.microsoft.com/office/drawing/2014/main" id="{8ED6FE45-2FF6-DAA7-9AE0-59A3474D9440}"/>
              </a:ext>
            </a:extLst>
          </p:cNvPr>
          <p:cNvSpPr>
            <a:spLocks noGrp="1"/>
          </p:cNvSpPr>
          <p:nvPr>
            <p:ph idx="1"/>
          </p:nvPr>
        </p:nvSpPr>
        <p:spPr>
          <a:xfrm>
            <a:off x="6399023" y="1786196"/>
            <a:ext cx="4423154" cy="1805993"/>
          </a:xfrm>
        </p:spPr>
        <p:txBody>
          <a:bodyPr>
            <a:normAutofit/>
          </a:bodyPr>
          <a:lstStyle/>
          <a:p>
            <a:r>
              <a:rPr lang="en-GB" dirty="0"/>
              <a:t>With some of the outliers removed, it is clearer that higher income earners have lower attrition.</a:t>
            </a:r>
          </a:p>
        </p:txBody>
      </p:sp>
      <p:pic>
        <p:nvPicPr>
          <p:cNvPr id="5" name="Picture 4">
            <a:extLst>
              <a:ext uri="{FF2B5EF4-FFF2-40B4-BE49-F238E27FC236}">
                <a16:creationId xmlns:a16="http://schemas.microsoft.com/office/drawing/2014/main" id="{60ECA674-0B16-4E56-50E9-363A21FDF8BC}"/>
              </a:ext>
            </a:extLst>
          </p:cNvPr>
          <p:cNvPicPr>
            <a:picLocks noChangeAspect="1"/>
          </p:cNvPicPr>
          <p:nvPr/>
        </p:nvPicPr>
        <p:blipFill>
          <a:blip r:embed="rId3"/>
          <a:stretch>
            <a:fillRect/>
          </a:stretch>
        </p:blipFill>
        <p:spPr>
          <a:xfrm>
            <a:off x="877766" y="1301870"/>
            <a:ext cx="5125165" cy="2448267"/>
          </a:xfrm>
          <a:prstGeom prst="rect">
            <a:avLst/>
          </a:prstGeom>
        </p:spPr>
      </p:pic>
      <p:sp>
        <p:nvSpPr>
          <p:cNvPr id="3" name="Rectangle 2">
            <a:extLst>
              <a:ext uri="{FF2B5EF4-FFF2-40B4-BE49-F238E27FC236}">
                <a16:creationId xmlns:a16="http://schemas.microsoft.com/office/drawing/2014/main" id="{A98C0F54-FDEB-3A45-B386-891EF855CC14}"/>
              </a:ext>
            </a:extLst>
          </p:cNvPr>
          <p:cNvSpPr/>
          <p:nvPr/>
        </p:nvSpPr>
        <p:spPr>
          <a:xfrm>
            <a:off x="0" y="1"/>
            <a:ext cx="12192000" cy="842982"/>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Footer Placeholder 6">
            <a:extLst>
              <a:ext uri="{FF2B5EF4-FFF2-40B4-BE49-F238E27FC236}">
                <a16:creationId xmlns:a16="http://schemas.microsoft.com/office/drawing/2014/main" id="{9A68B60F-6B80-4A66-CA78-FCCF4985ED52}"/>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600570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C98AB2-3986-7245-34FF-5CD74128A9B6}"/>
              </a:ext>
            </a:extLst>
          </p:cNvPr>
          <p:cNvSpPr/>
          <p:nvPr/>
        </p:nvSpPr>
        <p:spPr>
          <a:xfrm>
            <a:off x="0" y="6356351"/>
            <a:ext cx="12192000" cy="5016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useBgFill="1">
        <p:nvSpPr>
          <p:cNvPr id="28" name="Slide background fill">
            <a:extLst>
              <a:ext uri="{FF2B5EF4-FFF2-40B4-BE49-F238E27FC236}">
                <a16:creationId xmlns:a16="http://schemas.microsoft.com/office/drawing/2014/main" id="{8DF67618-B87B-4195-8E24-3B126F79F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Color 2">
            <a:extLst>
              <a:ext uri="{FF2B5EF4-FFF2-40B4-BE49-F238E27FC236}">
                <a16:creationId xmlns:a16="http://schemas.microsoft.com/office/drawing/2014/main" id="{64960379-9FF9-400A-A8A8-F5AB633FD3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a:extLst>
              <a:ext uri="{FF2B5EF4-FFF2-40B4-BE49-F238E27FC236}">
                <a16:creationId xmlns:a16="http://schemas.microsoft.com/office/drawing/2014/main" id="{2C491629-AE25-486B-9B22-2CE4EE8F7E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218159" cy="6858000"/>
            <a:chOff x="651279" y="598259"/>
            <a:chExt cx="10889442" cy="5680742"/>
          </a:xfrm>
        </p:grpSpPr>
        <p:sp>
          <p:nvSpPr>
            <p:cNvPr id="17" name="Color">
              <a:extLst>
                <a:ext uri="{FF2B5EF4-FFF2-40B4-BE49-F238E27FC236}">
                  <a16:creationId xmlns:a16="http://schemas.microsoft.com/office/drawing/2014/main" id="{590EB173-7DC2-4BE8-BC08-19BC09DBD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Color">
              <a:extLst>
                <a:ext uri="{FF2B5EF4-FFF2-40B4-BE49-F238E27FC236}">
                  <a16:creationId xmlns:a16="http://schemas.microsoft.com/office/drawing/2014/main" id="{0731E2C9-2CF0-48B4-9CEA-35B2199AF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0" name="Group 19">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1" name="Freeform: Shape 20">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1737298F-B272-4BC5-BFF2-053334392B37}"/>
              </a:ext>
            </a:extLst>
          </p:cNvPr>
          <p:cNvSpPr>
            <a:spLocks noGrp="1"/>
          </p:cNvSpPr>
          <p:nvPr>
            <p:ph type="title"/>
          </p:nvPr>
        </p:nvSpPr>
        <p:spPr>
          <a:xfrm>
            <a:off x="786385" y="841248"/>
            <a:ext cx="5129600" cy="5340097"/>
          </a:xfrm>
        </p:spPr>
        <p:txBody>
          <a:bodyPr rtlCol="0" anchor="ctr">
            <a:normAutofit/>
          </a:bodyPr>
          <a:lstStyle/>
          <a:p>
            <a:pPr rtl="0"/>
            <a:r>
              <a:rPr lang="en-GB" sz="4800" dirty="0">
                <a:solidFill>
                  <a:schemeClr val="bg1"/>
                </a:solidFill>
              </a:rPr>
              <a:t>Phase 2 – Descriptive statistics and data visualization</a:t>
            </a:r>
          </a:p>
        </p:txBody>
      </p:sp>
      <p:sp>
        <p:nvSpPr>
          <p:cNvPr id="6" name="Slide Number Placeholder 5">
            <a:extLst>
              <a:ext uri="{FF2B5EF4-FFF2-40B4-BE49-F238E27FC236}">
                <a16:creationId xmlns:a16="http://schemas.microsoft.com/office/drawing/2014/main" id="{C6B37ACF-49F1-45AA-BB16-6A58A160FF3D}"/>
              </a:ext>
            </a:extLst>
          </p:cNvPr>
          <p:cNvSpPr>
            <a:spLocks noGrp="1"/>
          </p:cNvSpPr>
          <p:nvPr>
            <p:ph type="sldNum" sz="quarter" idx="12"/>
          </p:nvPr>
        </p:nvSpPr>
        <p:spPr>
          <a:xfrm>
            <a:off x="11548872" y="6217920"/>
            <a:ext cx="640080" cy="640080"/>
          </a:xfrm>
        </p:spPr>
        <p:txBody>
          <a:bodyPr rtlCol="0">
            <a:normAutofit/>
          </a:bodyPr>
          <a:lstStyle/>
          <a:p>
            <a:pPr algn="ctr" rtl="0">
              <a:spcAft>
                <a:spcPts val="600"/>
              </a:spcAft>
            </a:pPr>
            <a:fld id="{3A98EE3D-8CD1-4C3F-BD1C-C98C9596463C}" type="slidenum">
              <a:rPr lang="en-GB" sz="1600">
                <a:solidFill>
                  <a:schemeClr val="tx2"/>
                </a:solidFill>
              </a:rPr>
              <a:pPr algn="ctr" rtl="0">
                <a:spcAft>
                  <a:spcPts val="600"/>
                </a:spcAft>
              </a:pPr>
              <a:t>9</a:t>
            </a:fld>
            <a:endParaRPr lang="en-GB" sz="1600">
              <a:solidFill>
                <a:schemeClr val="tx2"/>
              </a:solidFill>
            </a:endParaRPr>
          </a:p>
        </p:txBody>
      </p:sp>
      <p:graphicFrame>
        <p:nvGraphicFramePr>
          <p:cNvPr id="7" name="Content Placeholder 3" descr="Timeline placeholder ">
            <a:extLst>
              <a:ext uri="{FF2B5EF4-FFF2-40B4-BE49-F238E27FC236}">
                <a16:creationId xmlns:a16="http://schemas.microsoft.com/office/drawing/2014/main" id="{F78E5D95-BEAB-4D62-BE19-18BB49582E2B}"/>
              </a:ext>
            </a:extLst>
          </p:cNvPr>
          <p:cNvGraphicFramePr>
            <a:graphicFrameLocks noGrp="1"/>
          </p:cNvGraphicFramePr>
          <p:nvPr>
            <p:ph idx="1"/>
            <p:extLst>
              <p:ext uri="{D42A27DB-BD31-4B8C-83A1-F6EECF244321}">
                <p14:modId xmlns:p14="http://schemas.microsoft.com/office/powerpoint/2010/main" val="408853130"/>
              </p:ext>
            </p:extLst>
          </p:nvPr>
        </p:nvGraphicFramePr>
        <p:xfrm>
          <a:off x="6525628" y="529388"/>
          <a:ext cx="4828172" cy="56519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86133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25F98-FFBA-9E60-7927-528F517AF9D7}"/>
              </a:ext>
            </a:extLst>
          </p:cNvPr>
          <p:cNvSpPr>
            <a:spLocks noGrp="1"/>
          </p:cNvSpPr>
          <p:nvPr>
            <p:ph type="title"/>
          </p:nvPr>
        </p:nvSpPr>
        <p:spPr>
          <a:xfrm>
            <a:off x="838199" y="110650"/>
            <a:ext cx="10515600" cy="621684"/>
          </a:xfrm>
        </p:spPr>
        <p:txBody>
          <a:bodyPr>
            <a:normAutofit/>
          </a:bodyPr>
          <a:lstStyle/>
          <a:p>
            <a:pPr algn="ctr"/>
            <a:r>
              <a:rPr lang="en-GB" sz="2800" dirty="0"/>
              <a:t>Visualize – Box Whisker plots</a:t>
            </a:r>
          </a:p>
        </p:txBody>
      </p:sp>
      <p:sp>
        <p:nvSpPr>
          <p:cNvPr id="6" name="Slide Number Placeholder 5">
            <a:extLst>
              <a:ext uri="{FF2B5EF4-FFF2-40B4-BE49-F238E27FC236}">
                <a16:creationId xmlns:a16="http://schemas.microsoft.com/office/drawing/2014/main" id="{24038807-E308-4384-610F-B12BACBBA1D5}"/>
              </a:ext>
            </a:extLst>
          </p:cNvPr>
          <p:cNvSpPr>
            <a:spLocks noGrp="1"/>
          </p:cNvSpPr>
          <p:nvPr>
            <p:ph type="sldNum" sz="quarter" idx="12"/>
          </p:nvPr>
        </p:nvSpPr>
        <p:spPr/>
        <p:txBody>
          <a:bodyPr/>
          <a:lstStyle/>
          <a:p>
            <a:pPr rtl="0"/>
            <a:fld id="{3A98EE3D-8CD1-4C3F-BD1C-C98C9596463C}" type="slidenum">
              <a:rPr lang="en-GB" noProof="0" smtClean="0"/>
              <a:t>10</a:t>
            </a:fld>
            <a:endParaRPr lang="en-GB" noProof="0"/>
          </a:p>
        </p:txBody>
      </p:sp>
      <p:sp>
        <p:nvSpPr>
          <p:cNvPr id="11" name="Content Placeholder 3">
            <a:extLst>
              <a:ext uri="{FF2B5EF4-FFF2-40B4-BE49-F238E27FC236}">
                <a16:creationId xmlns:a16="http://schemas.microsoft.com/office/drawing/2014/main" id="{06D01E4F-E80D-81CF-16AA-3132AFB34DD6}"/>
              </a:ext>
            </a:extLst>
          </p:cNvPr>
          <p:cNvSpPr>
            <a:spLocks noGrp="1"/>
          </p:cNvSpPr>
          <p:nvPr>
            <p:ph idx="1"/>
          </p:nvPr>
        </p:nvSpPr>
        <p:spPr>
          <a:xfrm>
            <a:off x="1061780" y="5011001"/>
            <a:ext cx="4423154" cy="1345350"/>
          </a:xfrm>
        </p:spPr>
        <p:txBody>
          <a:bodyPr>
            <a:normAutofit fontScale="70000" lnSpcReduction="20000"/>
          </a:bodyPr>
          <a:lstStyle/>
          <a:p>
            <a:r>
              <a:rPr lang="en-GB" dirty="0"/>
              <a:t>Higher monthly income tends to result in lower attrition.</a:t>
            </a:r>
          </a:p>
          <a:p>
            <a:r>
              <a:rPr lang="en-GB" dirty="0"/>
              <a:t>The greater the distance from home, the higher the attrition rate.</a:t>
            </a:r>
          </a:p>
        </p:txBody>
      </p:sp>
      <p:sp>
        <p:nvSpPr>
          <p:cNvPr id="12" name="Content Placeholder 3">
            <a:extLst>
              <a:ext uri="{FF2B5EF4-FFF2-40B4-BE49-F238E27FC236}">
                <a16:creationId xmlns:a16="http://schemas.microsoft.com/office/drawing/2014/main" id="{0292B24E-C893-66E6-839F-5838F1B341C6}"/>
              </a:ext>
            </a:extLst>
          </p:cNvPr>
          <p:cNvSpPr txBox="1">
            <a:spLocks/>
          </p:cNvSpPr>
          <p:nvPr/>
        </p:nvSpPr>
        <p:spPr>
          <a:xfrm>
            <a:off x="6399023" y="4961027"/>
            <a:ext cx="4423154" cy="1345350"/>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Age tends to indicate that younger people are more likely to leave the organisation.</a:t>
            </a:r>
          </a:p>
          <a:p>
            <a:r>
              <a:rPr lang="en-GB" dirty="0"/>
              <a:t>Education appears to have no impact on attrition.</a:t>
            </a:r>
          </a:p>
        </p:txBody>
      </p:sp>
      <p:pic>
        <p:nvPicPr>
          <p:cNvPr id="14" name="Picture 13">
            <a:extLst>
              <a:ext uri="{FF2B5EF4-FFF2-40B4-BE49-F238E27FC236}">
                <a16:creationId xmlns:a16="http://schemas.microsoft.com/office/drawing/2014/main" id="{15B8D0EF-0768-359D-45E5-F78190E90A47}"/>
              </a:ext>
            </a:extLst>
          </p:cNvPr>
          <p:cNvPicPr>
            <a:picLocks noChangeAspect="1"/>
          </p:cNvPicPr>
          <p:nvPr/>
        </p:nvPicPr>
        <p:blipFill>
          <a:blip r:embed="rId2"/>
          <a:stretch>
            <a:fillRect/>
          </a:stretch>
        </p:blipFill>
        <p:spPr>
          <a:xfrm>
            <a:off x="1085150" y="1122218"/>
            <a:ext cx="10021699" cy="3753374"/>
          </a:xfrm>
          <a:prstGeom prst="rect">
            <a:avLst/>
          </a:prstGeom>
        </p:spPr>
      </p:pic>
      <p:sp>
        <p:nvSpPr>
          <p:cNvPr id="3" name="Rectangle 2">
            <a:extLst>
              <a:ext uri="{FF2B5EF4-FFF2-40B4-BE49-F238E27FC236}">
                <a16:creationId xmlns:a16="http://schemas.microsoft.com/office/drawing/2014/main" id="{C1F44B47-7D21-2D48-6B8C-857A2933C34E}"/>
              </a:ext>
            </a:extLst>
          </p:cNvPr>
          <p:cNvSpPr/>
          <p:nvPr/>
        </p:nvSpPr>
        <p:spPr>
          <a:xfrm>
            <a:off x="0" y="1"/>
            <a:ext cx="12192000" cy="842982"/>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ooter Placeholder 4">
            <a:extLst>
              <a:ext uri="{FF2B5EF4-FFF2-40B4-BE49-F238E27FC236}">
                <a16:creationId xmlns:a16="http://schemas.microsoft.com/office/drawing/2014/main" id="{B37E6AD5-5599-69F0-BC2A-E2A11329B275}"/>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383242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25F98-FFBA-9E60-7927-528F517AF9D7}"/>
              </a:ext>
            </a:extLst>
          </p:cNvPr>
          <p:cNvSpPr>
            <a:spLocks noGrp="1"/>
          </p:cNvSpPr>
          <p:nvPr>
            <p:ph type="title"/>
          </p:nvPr>
        </p:nvSpPr>
        <p:spPr>
          <a:xfrm>
            <a:off x="838200" y="173851"/>
            <a:ext cx="10515600" cy="601726"/>
          </a:xfrm>
        </p:spPr>
        <p:txBody>
          <a:bodyPr>
            <a:normAutofit/>
          </a:bodyPr>
          <a:lstStyle/>
          <a:p>
            <a:pPr algn="ctr"/>
            <a:r>
              <a:rPr lang="en-GB" sz="2800" dirty="0"/>
              <a:t>Visualize – Box Whisker plots</a:t>
            </a:r>
          </a:p>
        </p:txBody>
      </p:sp>
      <p:sp>
        <p:nvSpPr>
          <p:cNvPr id="6" name="Slide Number Placeholder 5">
            <a:extLst>
              <a:ext uri="{FF2B5EF4-FFF2-40B4-BE49-F238E27FC236}">
                <a16:creationId xmlns:a16="http://schemas.microsoft.com/office/drawing/2014/main" id="{24038807-E308-4384-610F-B12BACBBA1D5}"/>
              </a:ext>
            </a:extLst>
          </p:cNvPr>
          <p:cNvSpPr>
            <a:spLocks noGrp="1"/>
          </p:cNvSpPr>
          <p:nvPr>
            <p:ph type="sldNum" sz="quarter" idx="12"/>
          </p:nvPr>
        </p:nvSpPr>
        <p:spPr/>
        <p:txBody>
          <a:bodyPr/>
          <a:lstStyle/>
          <a:p>
            <a:pPr rtl="0"/>
            <a:fld id="{3A98EE3D-8CD1-4C3F-BD1C-C98C9596463C}" type="slidenum">
              <a:rPr lang="en-GB" noProof="0" smtClean="0"/>
              <a:t>11</a:t>
            </a:fld>
            <a:endParaRPr lang="en-GB" noProof="0"/>
          </a:p>
        </p:txBody>
      </p:sp>
      <p:sp>
        <p:nvSpPr>
          <p:cNvPr id="11" name="Content Placeholder 3">
            <a:extLst>
              <a:ext uri="{FF2B5EF4-FFF2-40B4-BE49-F238E27FC236}">
                <a16:creationId xmlns:a16="http://schemas.microsoft.com/office/drawing/2014/main" id="{06D01E4F-E80D-81CF-16AA-3132AFB34DD6}"/>
              </a:ext>
            </a:extLst>
          </p:cNvPr>
          <p:cNvSpPr>
            <a:spLocks noGrp="1"/>
          </p:cNvSpPr>
          <p:nvPr>
            <p:ph idx="1"/>
          </p:nvPr>
        </p:nvSpPr>
        <p:spPr>
          <a:xfrm>
            <a:off x="1061780" y="5011001"/>
            <a:ext cx="4423154" cy="1345350"/>
          </a:xfrm>
        </p:spPr>
        <p:txBody>
          <a:bodyPr>
            <a:normAutofit/>
          </a:bodyPr>
          <a:lstStyle/>
          <a:p>
            <a:r>
              <a:rPr lang="en-GB" sz="2000" dirty="0"/>
              <a:t>More years in their current role tends to have lower attrition.</a:t>
            </a:r>
          </a:p>
          <a:p>
            <a:r>
              <a:rPr lang="en-GB" sz="2000" dirty="0"/>
              <a:t>More years at the organisation also tends to have lower attrition.</a:t>
            </a:r>
          </a:p>
        </p:txBody>
      </p:sp>
      <p:sp>
        <p:nvSpPr>
          <p:cNvPr id="12" name="Content Placeholder 3">
            <a:extLst>
              <a:ext uri="{FF2B5EF4-FFF2-40B4-BE49-F238E27FC236}">
                <a16:creationId xmlns:a16="http://schemas.microsoft.com/office/drawing/2014/main" id="{0292B24E-C893-66E6-839F-5838F1B341C6}"/>
              </a:ext>
            </a:extLst>
          </p:cNvPr>
          <p:cNvSpPr txBox="1">
            <a:spLocks/>
          </p:cNvSpPr>
          <p:nvPr/>
        </p:nvSpPr>
        <p:spPr>
          <a:xfrm>
            <a:off x="6399023" y="4961027"/>
            <a:ext cx="4423154" cy="1345350"/>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More years with their current manager tends to have lower attrition. </a:t>
            </a:r>
          </a:p>
          <a:p>
            <a:r>
              <a:rPr lang="en-GB" dirty="0"/>
              <a:t>Stock options does not seem to have an impact on attrition.</a:t>
            </a:r>
          </a:p>
        </p:txBody>
      </p:sp>
      <p:pic>
        <p:nvPicPr>
          <p:cNvPr id="4" name="Picture 3">
            <a:extLst>
              <a:ext uri="{FF2B5EF4-FFF2-40B4-BE49-F238E27FC236}">
                <a16:creationId xmlns:a16="http://schemas.microsoft.com/office/drawing/2014/main" id="{983F2E1C-2D6E-6754-E073-5111BB78CC26}"/>
              </a:ext>
            </a:extLst>
          </p:cNvPr>
          <p:cNvPicPr>
            <a:picLocks noChangeAspect="1"/>
          </p:cNvPicPr>
          <p:nvPr/>
        </p:nvPicPr>
        <p:blipFill>
          <a:blip r:embed="rId2"/>
          <a:stretch>
            <a:fillRect/>
          </a:stretch>
        </p:blipFill>
        <p:spPr>
          <a:xfrm>
            <a:off x="1070861" y="1136055"/>
            <a:ext cx="10050278" cy="3705742"/>
          </a:xfrm>
          <a:prstGeom prst="rect">
            <a:avLst/>
          </a:prstGeom>
        </p:spPr>
      </p:pic>
      <p:sp>
        <p:nvSpPr>
          <p:cNvPr id="3" name="Rectangle 2">
            <a:extLst>
              <a:ext uri="{FF2B5EF4-FFF2-40B4-BE49-F238E27FC236}">
                <a16:creationId xmlns:a16="http://schemas.microsoft.com/office/drawing/2014/main" id="{79C6190A-6438-81D5-9E8F-52C00BD756FF}"/>
              </a:ext>
            </a:extLst>
          </p:cNvPr>
          <p:cNvSpPr/>
          <p:nvPr/>
        </p:nvSpPr>
        <p:spPr>
          <a:xfrm>
            <a:off x="0" y="1"/>
            <a:ext cx="12192000" cy="842982"/>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Footer Placeholder 6">
            <a:extLst>
              <a:ext uri="{FF2B5EF4-FFF2-40B4-BE49-F238E27FC236}">
                <a16:creationId xmlns:a16="http://schemas.microsoft.com/office/drawing/2014/main" id="{56509301-89C0-125F-D422-527C0BC47EC5}"/>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1569958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26D7E-EC6D-4B21-BCCC-32A29B9B2B33}"/>
              </a:ext>
            </a:extLst>
          </p:cNvPr>
          <p:cNvSpPr>
            <a:spLocks noGrp="1"/>
          </p:cNvSpPr>
          <p:nvPr>
            <p:ph type="title"/>
          </p:nvPr>
        </p:nvSpPr>
        <p:spPr>
          <a:xfrm>
            <a:off x="1066800" y="154723"/>
            <a:ext cx="10058400" cy="590550"/>
          </a:xfrm>
        </p:spPr>
        <p:txBody>
          <a:bodyPr rtlCol="0">
            <a:normAutofit/>
          </a:bodyPr>
          <a:lstStyle/>
          <a:p>
            <a:pPr algn="ctr" rtl="0"/>
            <a:r>
              <a:rPr lang="en-GB" sz="2800" dirty="0"/>
              <a:t>Attrition rate tables</a:t>
            </a:r>
          </a:p>
        </p:txBody>
      </p:sp>
      <p:sp>
        <p:nvSpPr>
          <p:cNvPr id="9" name="Slide Number Placeholder 8">
            <a:extLst>
              <a:ext uri="{FF2B5EF4-FFF2-40B4-BE49-F238E27FC236}">
                <a16:creationId xmlns:a16="http://schemas.microsoft.com/office/drawing/2014/main" id="{19006701-2C20-483A-974E-2CA25DD23066}"/>
              </a:ext>
            </a:extLst>
          </p:cNvPr>
          <p:cNvSpPr>
            <a:spLocks noGrp="1"/>
          </p:cNvSpPr>
          <p:nvPr>
            <p:ph type="sldNum" sz="quarter" idx="12"/>
          </p:nvPr>
        </p:nvSpPr>
        <p:spPr/>
        <p:txBody>
          <a:bodyPr rtlCol="0"/>
          <a:lstStyle/>
          <a:p>
            <a:pPr rtl="0"/>
            <a:fld id="{3A98EE3D-8CD1-4C3F-BD1C-C98C9596463C}" type="slidenum">
              <a:rPr lang="en-GB" smtClean="0"/>
              <a:pPr rtl="0"/>
              <a:t>12</a:t>
            </a:fld>
            <a:endParaRPr lang="en-GB" dirty="0"/>
          </a:p>
        </p:txBody>
      </p:sp>
      <p:pic>
        <p:nvPicPr>
          <p:cNvPr id="14" name="Picture 13">
            <a:extLst>
              <a:ext uri="{FF2B5EF4-FFF2-40B4-BE49-F238E27FC236}">
                <a16:creationId xmlns:a16="http://schemas.microsoft.com/office/drawing/2014/main" id="{3B98DD91-0142-67B2-8A3F-171697D88F14}"/>
              </a:ext>
            </a:extLst>
          </p:cNvPr>
          <p:cNvPicPr>
            <a:picLocks noChangeAspect="1"/>
          </p:cNvPicPr>
          <p:nvPr/>
        </p:nvPicPr>
        <p:blipFill>
          <a:blip r:embed="rId3"/>
          <a:stretch>
            <a:fillRect/>
          </a:stretch>
        </p:blipFill>
        <p:spPr>
          <a:xfrm>
            <a:off x="762000" y="855109"/>
            <a:ext cx="5334000" cy="400050"/>
          </a:xfrm>
          <a:prstGeom prst="rect">
            <a:avLst/>
          </a:prstGeom>
        </p:spPr>
      </p:pic>
      <p:pic>
        <p:nvPicPr>
          <p:cNvPr id="15" name="Picture 14">
            <a:extLst>
              <a:ext uri="{FF2B5EF4-FFF2-40B4-BE49-F238E27FC236}">
                <a16:creationId xmlns:a16="http://schemas.microsoft.com/office/drawing/2014/main" id="{FAA50B25-726A-05F3-486B-D136CAC6CC57}"/>
              </a:ext>
            </a:extLst>
          </p:cNvPr>
          <p:cNvPicPr>
            <a:picLocks noChangeAspect="1"/>
          </p:cNvPicPr>
          <p:nvPr/>
        </p:nvPicPr>
        <p:blipFill>
          <a:blip r:embed="rId4"/>
          <a:stretch>
            <a:fillRect/>
          </a:stretch>
        </p:blipFill>
        <p:spPr>
          <a:xfrm>
            <a:off x="6296890" y="840523"/>
            <a:ext cx="5334000" cy="590550"/>
          </a:xfrm>
          <a:prstGeom prst="rect">
            <a:avLst/>
          </a:prstGeom>
        </p:spPr>
      </p:pic>
      <p:pic>
        <p:nvPicPr>
          <p:cNvPr id="18" name="Picture 17">
            <a:extLst>
              <a:ext uri="{FF2B5EF4-FFF2-40B4-BE49-F238E27FC236}">
                <a16:creationId xmlns:a16="http://schemas.microsoft.com/office/drawing/2014/main" id="{D1E386FA-2379-64F9-670F-EA9D5C9CC396}"/>
              </a:ext>
            </a:extLst>
          </p:cNvPr>
          <p:cNvPicPr>
            <a:picLocks noChangeAspect="1"/>
          </p:cNvPicPr>
          <p:nvPr/>
        </p:nvPicPr>
        <p:blipFill>
          <a:blip r:embed="rId5"/>
          <a:stretch>
            <a:fillRect/>
          </a:stretch>
        </p:blipFill>
        <p:spPr>
          <a:xfrm>
            <a:off x="762000" y="1779657"/>
            <a:ext cx="5334000" cy="781050"/>
          </a:xfrm>
          <a:prstGeom prst="rect">
            <a:avLst/>
          </a:prstGeom>
        </p:spPr>
      </p:pic>
      <p:pic>
        <p:nvPicPr>
          <p:cNvPr id="19" name="Picture 18">
            <a:extLst>
              <a:ext uri="{FF2B5EF4-FFF2-40B4-BE49-F238E27FC236}">
                <a16:creationId xmlns:a16="http://schemas.microsoft.com/office/drawing/2014/main" id="{53C0DE24-D605-FFF1-CD62-B17D09E9A28E}"/>
              </a:ext>
            </a:extLst>
          </p:cNvPr>
          <p:cNvPicPr>
            <a:picLocks noChangeAspect="1"/>
          </p:cNvPicPr>
          <p:nvPr/>
        </p:nvPicPr>
        <p:blipFill>
          <a:blip r:embed="rId6"/>
          <a:stretch>
            <a:fillRect/>
          </a:stretch>
        </p:blipFill>
        <p:spPr>
          <a:xfrm>
            <a:off x="6296890" y="1431073"/>
            <a:ext cx="5334000" cy="1924050"/>
          </a:xfrm>
          <a:prstGeom prst="rect">
            <a:avLst/>
          </a:prstGeom>
        </p:spPr>
      </p:pic>
      <p:pic>
        <p:nvPicPr>
          <p:cNvPr id="20" name="Picture 19">
            <a:extLst>
              <a:ext uri="{FF2B5EF4-FFF2-40B4-BE49-F238E27FC236}">
                <a16:creationId xmlns:a16="http://schemas.microsoft.com/office/drawing/2014/main" id="{39DAA868-9539-D76C-06A1-0456792AFB62}"/>
              </a:ext>
            </a:extLst>
          </p:cNvPr>
          <p:cNvPicPr>
            <a:picLocks noChangeAspect="1"/>
          </p:cNvPicPr>
          <p:nvPr/>
        </p:nvPicPr>
        <p:blipFill>
          <a:blip r:embed="rId7"/>
          <a:stretch>
            <a:fillRect/>
          </a:stretch>
        </p:blipFill>
        <p:spPr>
          <a:xfrm>
            <a:off x="6296890" y="4517173"/>
            <a:ext cx="5334000" cy="781050"/>
          </a:xfrm>
          <a:prstGeom prst="rect">
            <a:avLst/>
          </a:prstGeom>
        </p:spPr>
      </p:pic>
      <p:pic>
        <p:nvPicPr>
          <p:cNvPr id="21" name="Picture 20">
            <a:extLst>
              <a:ext uri="{FF2B5EF4-FFF2-40B4-BE49-F238E27FC236}">
                <a16:creationId xmlns:a16="http://schemas.microsoft.com/office/drawing/2014/main" id="{E4D08A51-CEFC-7D17-8BDE-861F2959B7B9}"/>
              </a:ext>
            </a:extLst>
          </p:cNvPr>
          <p:cNvPicPr>
            <a:picLocks noChangeAspect="1"/>
          </p:cNvPicPr>
          <p:nvPr/>
        </p:nvPicPr>
        <p:blipFill>
          <a:blip r:embed="rId8"/>
          <a:stretch>
            <a:fillRect/>
          </a:stretch>
        </p:blipFill>
        <p:spPr>
          <a:xfrm>
            <a:off x="762000" y="5107723"/>
            <a:ext cx="5334000" cy="1352550"/>
          </a:xfrm>
          <a:prstGeom prst="rect">
            <a:avLst/>
          </a:prstGeom>
        </p:spPr>
      </p:pic>
      <p:pic>
        <p:nvPicPr>
          <p:cNvPr id="22" name="Picture 21">
            <a:extLst>
              <a:ext uri="{FF2B5EF4-FFF2-40B4-BE49-F238E27FC236}">
                <a16:creationId xmlns:a16="http://schemas.microsoft.com/office/drawing/2014/main" id="{9B3ADCE3-8BA2-4059-0114-FE07D7E68777}"/>
              </a:ext>
            </a:extLst>
          </p:cNvPr>
          <p:cNvPicPr>
            <a:picLocks noChangeAspect="1"/>
          </p:cNvPicPr>
          <p:nvPr/>
        </p:nvPicPr>
        <p:blipFill>
          <a:blip r:embed="rId9"/>
          <a:stretch>
            <a:fillRect/>
          </a:stretch>
        </p:blipFill>
        <p:spPr>
          <a:xfrm>
            <a:off x="6296890" y="5298223"/>
            <a:ext cx="5334000" cy="1162050"/>
          </a:xfrm>
          <a:prstGeom prst="rect">
            <a:avLst/>
          </a:prstGeom>
        </p:spPr>
      </p:pic>
      <p:pic>
        <p:nvPicPr>
          <p:cNvPr id="27" name="Picture 26">
            <a:extLst>
              <a:ext uri="{FF2B5EF4-FFF2-40B4-BE49-F238E27FC236}">
                <a16:creationId xmlns:a16="http://schemas.microsoft.com/office/drawing/2014/main" id="{B8DACD6A-4775-36FC-7770-255F53377CAC}"/>
              </a:ext>
            </a:extLst>
          </p:cNvPr>
          <p:cNvPicPr>
            <a:picLocks noChangeAspect="1"/>
          </p:cNvPicPr>
          <p:nvPr/>
        </p:nvPicPr>
        <p:blipFill>
          <a:blip r:embed="rId10"/>
          <a:stretch>
            <a:fillRect/>
          </a:stretch>
        </p:blipFill>
        <p:spPr>
          <a:xfrm>
            <a:off x="6296890" y="3355123"/>
            <a:ext cx="5334000" cy="1162050"/>
          </a:xfrm>
          <a:prstGeom prst="rect">
            <a:avLst/>
          </a:prstGeom>
        </p:spPr>
      </p:pic>
      <p:pic>
        <p:nvPicPr>
          <p:cNvPr id="28" name="Picture 27">
            <a:extLst>
              <a:ext uri="{FF2B5EF4-FFF2-40B4-BE49-F238E27FC236}">
                <a16:creationId xmlns:a16="http://schemas.microsoft.com/office/drawing/2014/main" id="{F16E937F-371F-B8AE-D9C7-60BF265D2F02}"/>
              </a:ext>
            </a:extLst>
          </p:cNvPr>
          <p:cNvPicPr>
            <a:picLocks noChangeAspect="1"/>
          </p:cNvPicPr>
          <p:nvPr/>
        </p:nvPicPr>
        <p:blipFill>
          <a:blip r:embed="rId11"/>
          <a:stretch>
            <a:fillRect/>
          </a:stretch>
        </p:blipFill>
        <p:spPr>
          <a:xfrm>
            <a:off x="762000" y="4136173"/>
            <a:ext cx="5334000" cy="971550"/>
          </a:xfrm>
          <a:prstGeom prst="rect">
            <a:avLst/>
          </a:prstGeom>
        </p:spPr>
      </p:pic>
      <p:pic>
        <p:nvPicPr>
          <p:cNvPr id="29" name="Picture 28">
            <a:extLst>
              <a:ext uri="{FF2B5EF4-FFF2-40B4-BE49-F238E27FC236}">
                <a16:creationId xmlns:a16="http://schemas.microsoft.com/office/drawing/2014/main" id="{69FC34F1-6DC3-CA00-A992-7F1449D4ABE3}"/>
              </a:ext>
            </a:extLst>
          </p:cNvPr>
          <p:cNvPicPr>
            <a:picLocks noChangeAspect="1"/>
          </p:cNvPicPr>
          <p:nvPr/>
        </p:nvPicPr>
        <p:blipFill>
          <a:blip r:embed="rId12"/>
          <a:stretch>
            <a:fillRect/>
          </a:stretch>
        </p:blipFill>
        <p:spPr>
          <a:xfrm>
            <a:off x="762000" y="2560707"/>
            <a:ext cx="5334000" cy="971550"/>
          </a:xfrm>
          <a:prstGeom prst="rect">
            <a:avLst/>
          </a:prstGeom>
        </p:spPr>
      </p:pic>
      <p:pic>
        <p:nvPicPr>
          <p:cNvPr id="30" name="Picture 29">
            <a:extLst>
              <a:ext uri="{FF2B5EF4-FFF2-40B4-BE49-F238E27FC236}">
                <a16:creationId xmlns:a16="http://schemas.microsoft.com/office/drawing/2014/main" id="{62CDB4A3-C682-A020-8B90-B99BE4844DD2}"/>
              </a:ext>
            </a:extLst>
          </p:cNvPr>
          <p:cNvPicPr>
            <a:picLocks noChangeAspect="1"/>
          </p:cNvPicPr>
          <p:nvPr/>
        </p:nvPicPr>
        <p:blipFill>
          <a:blip r:embed="rId13"/>
          <a:stretch>
            <a:fillRect/>
          </a:stretch>
        </p:blipFill>
        <p:spPr>
          <a:xfrm>
            <a:off x="762000" y="3545623"/>
            <a:ext cx="5334000" cy="590550"/>
          </a:xfrm>
          <a:prstGeom prst="rect">
            <a:avLst/>
          </a:prstGeom>
        </p:spPr>
      </p:pic>
      <p:sp>
        <p:nvSpPr>
          <p:cNvPr id="31" name="TextBox 30">
            <a:extLst>
              <a:ext uri="{FF2B5EF4-FFF2-40B4-BE49-F238E27FC236}">
                <a16:creationId xmlns:a16="http://schemas.microsoft.com/office/drawing/2014/main" id="{A89AAF22-7FC4-C6B8-DBD9-DB748A03A16E}"/>
              </a:ext>
            </a:extLst>
          </p:cNvPr>
          <p:cNvSpPr txBox="1"/>
          <p:nvPr/>
        </p:nvSpPr>
        <p:spPr>
          <a:xfrm>
            <a:off x="1946254" y="1364995"/>
            <a:ext cx="2965492" cy="369332"/>
          </a:xfrm>
          <a:prstGeom prst="rect">
            <a:avLst/>
          </a:prstGeom>
          <a:noFill/>
        </p:spPr>
        <p:txBody>
          <a:bodyPr wrap="none" rtlCol="0">
            <a:spAutoFit/>
          </a:bodyPr>
          <a:lstStyle/>
          <a:p>
            <a:r>
              <a:rPr lang="en-GB" dirty="0"/>
              <a:t>Overall attrition rate is 16%. </a:t>
            </a:r>
          </a:p>
        </p:txBody>
      </p:sp>
      <p:sp>
        <p:nvSpPr>
          <p:cNvPr id="3" name="Rectangle 2">
            <a:extLst>
              <a:ext uri="{FF2B5EF4-FFF2-40B4-BE49-F238E27FC236}">
                <a16:creationId xmlns:a16="http://schemas.microsoft.com/office/drawing/2014/main" id="{010B5224-2194-7B33-8702-8D50D1D081C0}"/>
              </a:ext>
            </a:extLst>
          </p:cNvPr>
          <p:cNvSpPr/>
          <p:nvPr/>
        </p:nvSpPr>
        <p:spPr>
          <a:xfrm>
            <a:off x="0" y="1"/>
            <a:ext cx="12192000" cy="745272"/>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ooter Placeholder 4">
            <a:extLst>
              <a:ext uri="{FF2B5EF4-FFF2-40B4-BE49-F238E27FC236}">
                <a16:creationId xmlns:a16="http://schemas.microsoft.com/office/drawing/2014/main" id="{E35ABAB3-3C5D-2F3C-C3E5-4744AF40AB56}"/>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2688235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26D7E-EC6D-4B21-BCCC-32A29B9B2B33}"/>
              </a:ext>
            </a:extLst>
          </p:cNvPr>
          <p:cNvSpPr>
            <a:spLocks noGrp="1"/>
          </p:cNvSpPr>
          <p:nvPr>
            <p:ph type="title"/>
          </p:nvPr>
        </p:nvSpPr>
        <p:spPr>
          <a:xfrm>
            <a:off x="1066800" y="93595"/>
            <a:ext cx="10058400" cy="722390"/>
          </a:xfrm>
        </p:spPr>
        <p:txBody>
          <a:bodyPr rtlCol="0">
            <a:normAutofit/>
          </a:bodyPr>
          <a:lstStyle/>
          <a:p>
            <a:pPr algn="ctr" rtl="0"/>
            <a:r>
              <a:rPr lang="en-GB" sz="2800" dirty="0"/>
              <a:t>Attrition rate – Analysis by Job role</a:t>
            </a:r>
          </a:p>
        </p:txBody>
      </p:sp>
      <p:sp>
        <p:nvSpPr>
          <p:cNvPr id="9" name="Slide Number Placeholder 8">
            <a:extLst>
              <a:ext uri="{FF2B5EF4-FFF2-40B4-BE49-F238E27FC236}">
                <a16:creationId xmlns:a16="http://schemas.microsoft.com/office/drawing/2014/main" id="{19006701-2C20-483A-974E-2CA25DD23066}"/>
              </a:ext>
            </a:extLst>
          </p:cNvPr>
          <p:cNvSpPr>
            <a:spLocks noGrp="1"/>
          </p:cNvSpPr>
          <p:nvPr>
            <p:ph type="sldNum" sz="quarter" idx="12"/>
          </p:nvPr>
        </p:nvSpPr>
        <p:spPr/>
        <p:txBody>
          <a:bodyPr rtlCol="0"/>
          <a:lstStyle/>
          <a:p>
            <a:pPr rtl="0"/>
            <a:fld id="{3A98EE3D-8CD1-4C3F-BD1C-C98C9596463C}" type="slidenum">
              <a:rPr lang="en-GB" smtClean="0"/>
              <a:pPr rtl="0"/>
              <a:t>13</a:t>
            </a:fld>
            <a:endParaRPr lang="en-GB" dirty="0"/>
          </a:p>
        </p:txBody>
      </p:sp>
      <p:pic>
        <p:nvPicPr>
          <p:cNvPr id="25" name="Picture 24">
            <a:extLst>
              <a:ext uri="{FF2B5EF4-FFF2-40B4-BE49-F238E27FC236}">
                <a16:creationId xmlns:a16="http://schemas.microsoft.com/office/drawing/2014/main" id="{67C44498-0752-25AB-E002-DFB0A06D4F33}"/>
              </a:ext>
            </a:extLst>
          </p:cNvPr>
          <p:cNvPicPr>
            <a:picLocks noChangeAspect="1"/>
          </p:cNvPicPr>
          <p:nvPr/>
        </p:nvPicPr>
        <p:blipFill>
          <a:blip r:embed="rId3"/>
          <a:stretch>
            <a:fillRect/>
          </a:stretch>
        </p:blipFill>
        <p:spPr>
          <a:xfrm>
            <a:off x="360218" y="928657"/>
            <a:ext cx="7478225" cy="5373718"/>
          </a:xfrm>
          <a:prstGeom prst="rect">
            <a:avLst/>
          </a:prstGeom>
        </p:spPr>
      </p:pic>
      <p:sp>
        <p:nvSpPr>
          <p:cNvPr id="23" name="Content Placeholder 3">
            <a:extLst>
              <a:ext uri="{FF2B5EF4-FFF2-40B4-BE49-F238E27FC236}">
                <a16:creationId xmlns:a16="http://schemas.microsoft.com/office/drawing/2014/main" id="{C0B14F69-46F6-B6C1-31A3-23FA76F1929D}"/>
              </a:ext>
            </a:extLst>
          </p:cNvPr>
          <p:cNvSpPr>
            <a:spLocks noGrp="1"/>
          </p:cNvSpPr>
          <p:nvPr>
            <p:ph idx="1"/>
          </p:nvPr>
        </p:nvSpPr>
        <p:spPr>
          <a:xfrm>
            <a:off x="7768846" y="1439832"/>
            <a:ext cx="4132209" cy="4351368"/>
          </a:xfrm>
        </p:spPr>
        <p:txBody>
          <a:bodyPr>
            <a:normAutofit/>
          </a:bodyPr>
          <a:lstStyle/>
          <a:p>
            <a:r>
              <a:rPr lang="en-GB" sz="2400" dirty="0"/>
              <a:t>Within the job role category, Sales executives have the highest attrition rate.</a:t>
            </a:r>
          </a:p>
          <a:p>
            <a:r>
              <a:rPr lang="en-GB" sz="2400" dirty="0"/>
              <a:t>It would be useful to understand if there are any trends for sales representatives that may be driving the high attrition, for example, monthly income, work life balance, overtime or job satisfaction.</a:t>
            </a:r>
          </a:p>
        </p:txBody>
      </p:sp>
      <p:sp>
        <p:nvSpPr>
          <p:cNvPr id="3" name="Rectangle 2">
            <a:extLst>
              <a:ext uri="{FF2B5EF4-FFF2-40B4-BE49-F238E27FC236}">
                <a16:creationId xmlns:a16="http://schemas.microsoft.com/office/drawing/2014/main" id="{4918FCD4-A7C4-A078-C0CF-113919B3136A}"/>
              </a:ext>
            </a:extLst>
          </p:cNvPr>
          <p:cNvSpPr/>
          <p:nvPr/>
        </p:nvSpPr>
        <p:spPr>
          <a:xfrm>
            <a:off x="0" y="1"/>
            <a:ext cx="12192000" cy="842982"/>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Footer Placeholder 4">
            <a:extLst>
              <a:ext uri="{FF2B5EF4-FFF2-40B4-BE49-F238E27FC236}">
                <a16:creationId xmlns:a16="http://schemas.microsoft.com/office/drawing/2014/main" id="{970116E2-3BCC-1CA9-E820-7B25E2866B72}"/>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1408908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26D7E-EC6D-4B21-BCCC-32A29B9B2B33}"/>
              </a:ext>
            </a:extLst>
          </p:cNvPr>
          <p:cNvSpPr>
            <a:spLocks noGrp="1"/>
          </p:cNvSpPr>
          <p:nvPr>
            <p:ph type="title"/>
          </p:nvPr>
        </p:nvSpPr>
        <p:spPr>
          <a:xfrm>
            <a:off x="1066800" y="97517"/>
            <a:ext cx="10058400" cy="722390"/>
          </a:xfrm>
        </p:spPr>
        <p:txBody>
          <a:bodyPr rtlCol="0">
            <a:normAutofit/>
          </a:bodyPr>
          <a:lstStyle/>
          <a:p>
            <a:pPr algn="ctr" rtl="0"/>
            <a:r>
              <a:rPr lang="en-GB" sz="2800" dirty="0"/>
              <a:t>Attrition rate – Job role</a:t>
            </a:r>
          </a:p>
        </p:txBody>
      </p:sp>
      <p:sp>
        <p:nvSpPr>
          <p:cNvPr id="9" name="Slide Number Placeholder 8">
            <a:extLst>
              <a:ext uri="{FF2B5EF4-FFF2-40B4-BE49-F238E27FC236}">
                <a16:creationId xmlns:a16="http://schemas.microsoft.com/office/drawing/2014/main" id="{19006701-2C20-483A-974E-2CA25DD23066}"/>
              </a:ext>
            </a:extLst>
          </p:cNvPr>
          <p:cNvSpPr>
            <a:spLocks noGrp="1"/>
          </p:cNvSpPr>
          <p:nvPr>
            <p:ph type="sldNum" sz="quarter" idx="12"/>
          </p:nvPr>
        </p:nvSpPr>
        <p:spPr/>
        <p:txBody>
          <a:bodyPr rtlCol="0"/>
          <a:lstStyle/>
          <a:p>
            <a:pPr rtl="0"/>
            <a:fld id="{3A98EE3D-8CD1-4C3F-BD1C-C98C9596463C}" type="slidenum">
              <a:rPr lang="en-GB" smtClean="0"/>
              <a:pPr rtl="0"/>
              <a:t>14</a:t>
            </a:fld>
            <a:endParaRPr lang="en-GB" dirty="0"/>
          </a:p>
        </p:txBody>
      </p:sp>
      <p:sp>
        <p:nvSpPr>
          <p:cNvPr id="23" name="Content Placeholder 3">
            <a:extLst>
              <a:ext uri="{FF2B5EF4-FFF2-40B4-BE49-F238E27FC236}">
                <a16:creationId xmlns:a16="http://schemas.microsoft.com/office/drawing/2014/main" id="{C0B14F69-46F6-B6C1-31A3-23FA76F1929D}"/>
              </a:ext>
            </a:extLst>
          </p:cNvPr>
          <p:cNvSpPr>
            <a:spLocks noGrp="1"/>
          </p:cNvSpPr>
          <p:nvPr>
            <p:ph idx="1"/>
          </p:nvPr>
        </p:nvSpPr>
        <p:spPr>
          <a:xfrm>
            <a:off x="181746" y="5600908"/>
            <a:ext cx="11218009" cy="822593"/>
          </a:xfrm>
        </p:spPr>
        <p:txBody>
          <a:bodyPr>
            <a:normAutofit fontScale="62500" lnSpcReduction="20000"/>
          </a:bodyPr>
          <a:lstStyle/>
          <a:p>
            <a:r>
              <a:rPr lang="en-GB" dirty="0"/>
              <a:t>From the visuals, we can clearly identify that monthly income is the reason that the sales representatives leave the organisation. </a:t>
            </a:r>
          </a:p>
          <a:p>
            <a:r>
              <a:rPr lang="en-GB" dirty="0"/>
              <a:t>Work life balance, job satisfaction and overtime do not seem to impact attrition much at all.</a:t>
            </a:r>
          </a:p>
        </p:txBody>
      </p:sp>
      <p:pic>
        <p:nvPicPr>
          <p:cNvPr id="13" name="Picture 12">
            <a:extLst>
              <a:ext uri="{FF2B5EF4-FFF2-40B4-BE49-F238E27FC236}">
                <a16:creationId xmlns:a16="http://schemas.microsoft.com/office/drawing/2014/main" id="{A239F954-16BC-7B10-C0A1-EB72E28908AE}"/>
              </a:ext>
            </a:extLst>
          </p:cNvPr>
          <p:cNvPicPr>
            <a:picLocks noChangeAspect="1"/>
          </p:cNvPicPr>
          <p:nvPr/>
        </p:nvPicPr>
        <p:blipFill>
          <a:blip r:embed="rId3"/>
          <a:stretch>
            <a:fillRect/>
          </a:stretch>
        </p:blipFill>
        <p:spPr>
          <a:xfrm>
            <a:off x="977610" y="843118"/>
            <a:ext cx="4241407" cy="2292282"/>
          </a:xfrm>
          <a:prstGeom prst="rect">
            <a:avLst/>
          </a:prstGeom>
        </p:spPr>
      </p:pic>
      <p:pic>
        <p:nvPicPr>
          <p:cNvPr id="15" name="Picture 14">
            <a:extLst>
              <a:ext uri="{FF2B5EF4-FFF2-40B4-BE49-F238E27FC236}">
                <a16:creationId xmlns:a16="http://schemas.microsoft.com/office/drawing/2014/main" id="{BF981A1D-6A20-6A0B-9E28-C12AAADA6803}"/>
              </a:ext>
            </a:extLst>
          </p:cNvPr>
          <p:cNvPicPr>
            <a:picLocks noChangeAspect="1"/>
          </p:cNvPicPr>
          <p:nvPr/>
        </p:nvPicPr>
        <p:blipFill>
          <a:blip r:embed="rId4"/>
          <a:stretch>
            <a:fillRect/>
          </a:stretch>
        </p:blipFill>
        <p:spPr>
          <a:xfrm>
            <a:off x="990622" y="3236569"/>
            <a:ext cx="4228395" cy="2292283"/>
          </a:xfrm>
          <a:prstGeom prst="rect">
            <a:avLst/>
          </a:prstGeom>
        </p:spPr>
      </p:pic>
      <p:pic>
        <p:nvPicPr>
          <p:cNvPr id="18" name="Picture 17">
            <a:extLst>
              <a:ext uri="{FF2B5EF4-FFF2-40B4-BE49-F238E27FC236}">
                <a16:creationId xmlns:a16="http://schemas.microsoft.com/office/drawing/2014/main" id="{806CCEEF-1C3D-A5DE-BFBD-E985573A3E00}"/>
              </a:ext>
            </a:extLst>
          </p:cNvPr>
          <p:cNvPicPr>
            <a:picLocks noChangeAspect="1"/>
          </p:cNvPicPr>
          <p:nvPr/>
        </p:nvPicPr>
        <p:blipFill>
          <a:blip r:embed="rId5"/>
          <a:stretch>
            <a:fillRect/>
          </a:stretch>
        </p:blipFill>
        <p:spPr>
          <a:xfrm>
            <a:off x="6503622" y="843118"/>
            <a:ext cx="4213956" cy="2292282"/>
          </a:xfrm>
          <a:prstGeom prst="rect">
            <a:avLst/>
          </a:prstGeom>
        </p:spPr>
      </p:pic>
      <p:pic>
        <p:nvPicPr>
          <p:cNvPr id="20" name="Picture 19">
            <a:extLst>
              <a:ext uri="{FF2B5EF4-FFF2-40B4-BE49-F238E27FC236}">
                <a16:creationId xmlns:a16="http://schemas.microsoft.com/office/drawing/2014/main" id="{555BDF7D-01E8-B3C3-7018-D162C5E9BB7B}"/>
              </a:ext>
            </a:extLst>
          </p:cNvPr>
          <p:cNvPicPr>
            <a:picLocks noChangeAspect="1"/>
          </p:cNvPicPr>
          <p:nvPr/>
        </p:nvPicPr>
        <p:blipFill>
          <a:blip r:embed="rId6"/>
          <a:stretch>
            <a:fillRect/>
          </a:stretch>
        </p:blipFill>
        <p:spPr>
          <a:xfrm>
            <a:off x="6591555" y="3236569"/>
            <a:ext cx="4228395" cy="2261805"/>
          </a:xfrm>
          <a:prstGeom prst="rect">
            <a:avLst/>
          </a:prstGeom>
        </p:spPr>
      </p:pic>
      <p:sp>
        <p:nvSpPr>
          <p:cNvPr id="3" name="Rectangle 2">
            <a:extLst>
              <a:ext uri="{FF2B5EF4-FFF2-40B4-BE49-F238E27FC236}">
                <a16:creationId xmlns:a16="http://schemas.microsoft.com/office/drawing/2014/main" id="{E6014B95-B276-909D-F357-8F73B15576B8}"/>
              </a:ext>
            </a:extLst>
          </p:cNvPr>
          <p:cNvSpPr/>
          <p:nvPr/>
        </p:nvSpPr>
        <p:spPr>
          <a:xfrm>
            <a:off x="0" y="2250"/>
            <a:ext cx="12192000" cy="842982"/>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ooter Placeholder 4">
            <a:extLst>
              <a:ext uri="{FF2B5EF4-FFF2-40B4-BE49-F238E27FC236}">
                <a16:creationId xmlns:a16="http://schemas.microsoft.com/office/drawing/2014/main" id="{AB775815-E7BB-38EA-5661-67D939B2525B}"/>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153196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26D7E-EC6D-4B21-BCCC-32A29B9B2B33}"/>
              </a:ext>
            </a:extLst>
          </p:cNvPr>
          <p:cNvSpPr>
            <a:spLocks noGrp="1"/>
          </p:cNvSpPr>
          <p:nvPr>
            <p:ph type="title"/>
          </p:nvPr>
        </p:nvSpPr>
        <p:spPr>
          <a:xfrm>
            <a:off x="1066800" y="136525"/>
            <a:ext cx="10058400" cy="722390"/>
          </a:xfrm>
        </p:spPr>
        <p:txBody>
          <a:bodyPr rtlCol="0">
            <a:normAutofit/>
          </a:bodyPr>
          <a:lstStyle/>
          <a:p>
            <a:pPr algn="ctr" rtl="0"/>
            <a:r>
              <a:rPr lang="en-GB" sz="2800" dirty="0"/>
              <a:t>Attrition rate – Work Life Balance</a:t>
            </a:r>
          </a:p>
        </p:txBody>
      </p:sp>
      <p:sp>
        <p:nvSpPr>
          <p:cNvPr id="9" name="Slide Number Placeholder 8">
            <a:extLst>
              <a:ext uri="{FF2B5EF4-FFF2-40B4-BE49-F238E27FC236}">
                <a16:creationId xmlns:a16="http://schemas.microsoft.com/office/drawing/2014/main" id="{19006701-2C20-483A-974E-2CA25DD23066}"/>
              </a:ext>
            </a:extLst>
          </p:cNvPr>
          <p:cNvSpPr>
            <a:spLocks noGrp="1"/>
          </p:cNvSpPr>
          <p:nvPr>
            <p:ph type="sldNum" sz="quarter" idx="12"/>
          </p:nvPr>
        </p:nvSpPr>
        <p:spPr/>
        <p:txBody>
          <a:bodyPr rtlCol="0"/>
          <a:lstStyle/>
          <a:p>
            <a:pPr rtl="0"/>
            <a:fld id="{3A98EE3D-8CD1-4C3F-BD1C-C98C9596463C}" type="slidenum">
              <a:rPr lang="en-GB" smtClean="0"/>
              <a:pPr rtl="0"/>
              <a:t>15</a:t>
            </a:fld>
            <a:endParaRPr lang="en-GB" dirty="0"/>
          </a:p>
        </p:txBody>
      </p:sp>
      <p:sp>
        <p:nvSpPr>
          <p:cNvPr id="23" name="Content Placeholder 3">
            <a:extLst>
              <a:ext uri="{FF2B5EF4-FFF2-40B4-BE49-F238E27FC236}">
                <a16:creationId xmlns:a16="http://schemas.microsoft.com/office/drawing/2014/main" id="{C0B14F69-46F6-B6C1-31A3-23FA76F1929D}"/>
              </a:ext>
            </a:extLst>
          </p:cNvPr>
          <p:cNvSpPr>
            <a:spLocks noGrp="1"/>
          </p:cNvSpPr>
          <p:nvPr>
            <p:ph idx="1"/>
          </p:nvPr>
        </p:nvSpPr>
        <p:spPr>
          <a:xfrm>
            <a:off x="7768846" y="1439832"/>
            <a:ext cx="4132209" cy="4772282"/>
          </a:xfrm>
        </p:spPr>
        <p:txBody>
          <a:bodyPr>
            <a:normAutofit/>
          </a:bodyPr>
          <a:lstStyle/>
          <a:p>
            <a:r>
              <a:rPr lang="en-GB" sz="2000" dirty="0"/>
              <a:t>The attrition rate when looking at work life balance, indicates a high attrition rate for bad work life balance. </a:t>
            </a:r>
          </a:p>
          <a:p>
            <a:r>
              <a:rPr lang="en-GB" sz="2000" dirty="0"/>
              <a:t>This is something that may well drive people to leave as working from home has become common place since the pandemic.</a:t>
            </a:r>
          </a:p>
          <a:p>
            <a:r>
              <a:rPr lang="en-GB" sz="2000" dirty="0"/>
              <a:t>We can investigate this by further by filtering the data by Job Role to identify which job roles may be more likely to leave.</a:t>
            </a:r>
          </a:p>
        </p:txBody>
      </p:sp>
      <p:pic>
        <p:nvPicPr>
          <p:cNvPr id="6" name="Picture 5">
            <a:extLst>
              <a:ext uri="{FF2B5EF4-FFF2-40B4-BE49-F238E27FC236}">
                <a16:creationId xmlns:a16="http://schemas.microsoft.com/office/drawing/2014/main" id="{DB462454-1F72-F9F7-AA55-A6993F041F16}"/>
              </a:ext>
            </a:extLst>
          </p:cNvPr>
          <p:cNvPicPr>
            <a:picLocks noChangeAspect="1"/>
          </p:cNvPicPr>
          <p:nvPr/>
        </p:nvPicPr>
        <p:blipFill>
          <a:blip r:embed="rId3"/>
          <a:stretch>
            <a:fillRect/>
          </a:stretch>
        </p:blipFill>
        <p:spPr>
          <a:xfrm>
            <a:off x="471954" y="1253315"/>
            <a:ext cx="7532370" cy="4351369"/>
          </a:xfrm>
          <a:prstGeom prst="rect">
            <a:avLst/>
          </a:prstGeom>
        </p:spPr>
      </p:pic>
      <p:sp>
        <p:nvSpPr>
          <p:cNvPr id="3" name="Rectangle 2">
            <a:extLst>
              <a:ext uri="{FF2B5EF4-FFF2-40B4-BE49-F238E27FC236}">
                <a16:creationId xmlns:a16="http://schemas.microsoft.com/office/drawing/2014/main" id="{55FD58AE-AD38-7237-AF66-C2F6F2D610CA}"/>
              </a:ext>
            </a:extLst>
          </p:cNvPr>
          <p:cNvSpPr/>
          <p:nvPr/>
        </p:nvSpPr>
        <p:spPr>
          <a:xfrm>
            <a:off x="0" y="1"/>
            <a:ext cx="12192000" cy="842982"/>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ooter Placeholder 4">
            <a:extLst>
              <a:ext uri="{FF2B5EF4-FFF2-40B4-BE49-F238E27FC236}">
                <a16:creationId xmlns:a16="http://schemas.microsoft.com/office/drawing/2014/main" id="{37116A9D-952D-8990-D2C1-3F9EA6B84858}"/>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2321452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26D7E-EC6D-4B21-BCCC-32A29B9B2B33}"/>
              </a:ext>
            </a:extLst>
          </p:cNvPr>
          <p:cNvSpPr>
            <a:spLocks noGrp="1"/>
          </p:cNvSpPr>
          <p:nvPr>
            <p:ph type="title"/>
          </p:nvPr>
        </p:nvSpPr>
        <p:spPr>
          <a:xfrm>
            <a:off x="1066800" y="60297"/>
            <a:ext cx="10058400" cy="722390"/>
          </a:xfrm>
        </p:spPr>
        <p:txBody>
          <a:bodyPr rtlCol="0">
            <a:normAutofit/>
          </a:bodyPr>
          <a:lstStyle/>
          <a:p>
            <a:pPr algn="ctr" rtl="0"/>
            <a:r>
              <a:rPr lang="en-GB" sz="2800" dirty="0"/>
              <a:t>Attrition rate – Work Life Balance – Job Role</a:t>
            </a:r>
          </a:p>
        </p:txBody>
      </p:sp>
      <p:sp>
        <p:nvSpPr>
          <p:cNvPr id="9" name="Slide Number Placeholder 8">
            <a:extLst>
              <a:ext uri="{FF2B5EF4-FFF2-40B4-BE49-F238E27FC236}">
                <a16:creationId xmlns:a16="http://schemas.microsoft.com/office/drawing/2014/main" id="{19006701-2C20-483A-974E-2CA25DD23066}"/>
              </a:ext>
            </a:extLst>
          </p:cNvPr>
          <p:cNvSpPr>
            <a:spLocks noGrp="1"/>
          </p:cNvSpPr>
          <p:nvPr>
            <p:ph type="sldNum" sz="quarter" idx="12"/>
          </p:nvPr>
        </p:nvSpPr>
        <p:spPr/>
        <p:txBody>
          <a:bodyPr rtlCol="0"/>
          <a:lstStyle/>
          <a:p>
            <a:pPr rtl="0"/>
            <a:fld id="{3A98EE3D-8CD1-4C3F-BD1C-C98C9596463C}" type="slidenum">
              <a:rPr lang="en-GB" smtClean="0"/>
              <a:pPr rtl="0"/>
              <a:t>16</a:t>
            </a:fld>
            <a:endParaRPr lang="en-GB" dirty="0"/>
          </a:p>
        </p:txBody>
      </p:sp>
      <p:sp>
        <p:nvSpPr>
          <p:cNvPr id="23" name="Content Placeholder 3">
            <a:extLst>
              <a:ext uri="{FF2B5EF4-FFF2-40B4-BE49-F238E27FC236}">
                <a16:creationId xmlns:a16="http://schemas.microsoft.com/office/drawing/2014/main" id="{C0B14F69-46F6-B6C1-31A3-23FA76F1929D}"/>
              </a:ext>
            </a:extLst>
          </p:cNvPr>
          <p:cNvSpPr>
            <a:spLocks noGrp="1"/>
          </p:cNvSpPr>
          <p:nvPr>
            <p:ph idx="1"/>
          </p:nvPr>
        </p:nvSpPr>
        <p:spPr>
          <a:xfrm>
            <a:off x="7768846" y="1439832"/>
            <a:ext cx="4132209" cy="4351368"/>
          </a:xfrm>
        </p:spPr>
        <p:txBody>
          <a:bodyPr>
            <a:normAutofit fontScale="92500" lnSpcReduction="10000"/>
          </a:bodyPr>
          <a:lstStyle/>
          <a:p>
            <a:r>
              <a:rPr lang="en-GB" dirty="0"/>
              <a:t>The attrition rate when looking at work life balance by job role, indicates that Laboratory Technicians have the highest attrition rate. </a:t>
            </a:r>
          </a:p>
          <a:p>
            <a:r>
              <a:rPr lang="en-GB" dirty="0"/>
              <a:t>We can investigate this by further by filtering the data by Laboratory Technician to gain better insight into why they may be leaving.</a:t>
            </a:r>
          </a:p>
        </p:txBody>
      </p:sp>
      <p:pic>
        <p:nvPicPr>
          <p:cNvPr id="7" name="Picture 6">
            <a:extLst>
              <a:ext uri="{FF2B5EF4-FFF2-40B4-BE49-F238E27FC236}">
                <a16:creationId xmlns:a16="http://schemas.microsoft.com/office/drawing/2014/main" id="{8A2CB036-CF8C-031A-0BCF-9AF9CD3B2C1A}"/>
              </a:ext>
            </a:extLst>
          </p:cNvPr>
          <p:cNvPicPr>
            <a:picLocks noChangeAspect="1"/>
          </p:cNvPicPr>
          <p:nvPr/>
        </p:nvPicPr>
        <p:blipFill>
          <a:blip r:embed="rId3"/>
          <a:stretch>
            <a:fillRect/>
          </a:stretch>
        </p:blipFill>
        <p:spPr>
          <a:xfrm>
            <a:off x="290945" y="1068225"/>
            <a:ext cx="7525616" cy="5158403"/>
          </a:xfrm>
          <a:prstGeom prst="rect">
            <a:avLst/>
          </a:prstGeom>
        </p:spPr>
      </p:pic>
      <p:sp>
        <p:nvSpPr>
          <p:cNvPr id="3" name="Rectangle 2">
            <a:extLst>
              <a:ext uri="{FF2B5EF4-FFF2-40B4-BE49-F238E27FC236}">
                <a16:creationId xmlns:a16="http://schemas.microsoft.com/office/drawing/2014/main" id="{C980FA30-A9A6-46EE-EA48-492DE6D5E0AB}"/>
              </a:ext>
            </a:extLst>
          </p:cNvPr>
          <p:cNvSpPr/>
          <p:nvPr/>
        </p:nvSpPr>
        <p:spPr>
          <a:xfrm>
            <a:off x="0" y="1"/>
            <a:ext cx="12192000" cy="842982"/>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ooter Placeholder 4">
            <a:extLst>
              <a:ext uri="{FF2B5EF4-FFF2-40B4-BE49-F238E27FC236}">
                <a16:creationId xmlns:a16="http://schemas.microsoft.com/office/drawing/2014/main" id="{01ACB70F-65FE-A40F-FF8C-424A902C0099}"/>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1344404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26D7E-EC6D-4B21-BCCC-32A29B9B2B33}"/>
              </a:ext>
            </a:extLst>
          </p:cNvPr>
          <p:cNvSpPr>
            <a:spLocks noGrp="1"/>
          </p:cNvSpPr>
          <p:nvPr>
            <p:ph type="title"/>
          </p:nvPr>
        </p:nvSpPr>
        <p:spPr>
          <a:xfrm>
            <a:off x="951106" y="36501"/>
            <a:ext cx="10058400" cy="722390"/>
          </a:xfrm>
        </p:spPr>
        <p:txBody>
          <a:bodyPr rtlCol="0">
            <a:normAutofit/>
          </a:bodyPr>
          <a:lstStyle/>
          <a:p>
            <a:pPr algn="ctr" rtl="0"/>
            <a:r>
              <a:rPr lang="en-GB" sz="2800" dirty="0"/>
              <a:t>Attrition rate – Work Life Balance – Laboratory Technicians</a:t>
            </a:r>
          </a:p>
        </p:txBody>
      </p:sp>
      <p:sp>
        <p:nvSpPr>
          <p:cNvPr id="9" name="Slide Number Placeholder 8">
            <a:extLst>
              <a:ext uri="{FF2B5EF4-FFF2-40B4-BE49-F238E27FC236}">
                <a16:creationId xmlns:a16="http://schemas.microsoft.com/office/drawing/2014/main" id="{19006701-2C20-483A-974E-2CA25DD23066}"/>
              </a:ext>
            </a:extLst>
          </p:cNvPr>
          <p:cNvSpPr>
            <a:spLocks noGrp="1"/>
          </p:cNvSpPr>
          <p:nvPr>
            <p:ph type="sldNum" sz="quarter" idx="12"/>
          </p:nvPr>
        </p:nvSpPr>
        <p:spPr/>
        <p:txBody>
          <a:bodyPr rtlCol="0"/>
          <a:lstStyle/>
          <a:p>
            <a:pPr rtl="0"/>
            <a:fld id="{3A98EE3D-8CD1-4C3F-BD1C-C98C9596463C}" type="slidenum">
              <a:rPr lang="en-GB" smtClean="0"/>
              <a:pPr rtl="0"/>
              <a:t>17</a:t>
            </a:fld>
            <a:endParaRPr lang="en-GB" dirty="0"/>
          </a:p>
        </p:txBody>
      </p:sp>
      <p:sp>
        <p:nvSpPr>
          <p:cNvPr id="23" name="Content Placeholder 3">
            <a:extLst>
              <a:ext uri="{FF2B5EF4-FFF2-40B4-BE49-F238E27FC236}">
                <a16:creationId xmlns:a16="http://schemas.microsoft.com/office/drawing/2014/main" id="{C0B14F69-46F6-B6C1-31A3-23FA76F1929D}"/>
              </a:ext>
            </a:extLst>
          </p:cNvPr>
          <p:cNvSpPr>
            <a:spLocks noGrp="1"/>
          </p:cNvSpPr>
          <p:nvPr>
            <p:ph idx="1"/>
          </p:nvPr>
        </p:nvSpPr>
        <p:spPr>
          <a:xfrm>
            <a:off x="181746" y="5600908"/>
            <a:ext cx="5260587" cy="822593"/>
          </a:xfrm>
        </p:spPr>
        <p:txBody>
          <a:bodyPr>
            <a:normAutofit/>
          </a:bodyPr>
          <a:lstStyle/>
          <a:p>
            <a:r>
              <a:rPr lang="en-GB" sz="1300" dirty="0"/>
              <a:t>Monthly income seems to drive attrition for Laboratory Technicians. </a:t>
            </a:r>
          </a:p>
          <a:p>
            <a:r>
              <a:rPr lang="en-GB" sz="1300" dirty="0"/>
              <a:t>Overtime also had some influence .</a:t>
            </a:r>
          </a:p>
        </p:txBody>
      </p:sp>
      <p:sp>
        <p:nvSpPr>
          <p:cNvPr id="25" name="Content Placeholder 3">
            <a:extLst>
              <a:ext uri="{FF2B5EF4-FFF2-40B4-BE49-F238E27FC236}">
                <a16:creationId xmlns:a16="http://schemas.microsoft.com/office/drawing/2014/main" id="{AEC94936-83E3-E020-E37E-73DF64C1E172}"/>
              </a:ext>
            </a:extLst>
          </p:cNvPr>
          <p:cNvSpPr txBox="1">
            <a:spLocks/>
          </p:cNvSpPr>
          <p:nvPr/>
        </p:nvSpPr>
        <p:spPr>
          <a:xfrm>
            <a:off x="5980306" y="5599739"/>
            <a:ext cx="5260587" cy="822593"/>
          </a:xfrm>
          <a:prstGeom prst="rect">
            <a:avLst/>
          </a:prstGeom>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High job satisfaction has high attrition, which is unexpected, although it may well be that although they have high job satisfaction, there may be other factors driving the attrition.</a:t>
            </a:r>
          </a:p>
          <a:p>
            <a:r>
              <a:rPr lang="en-GB" dirty="0"/>
              <a:t>Business travel, did not have much influence on attrition.</a:t>
            </a:r>
          </a:p>
        </p:txBody>
      </p:sp>
      <p:pic>
        <p:nvPicPr>
          <p:cNvPr id="27" name="Picture 26">
            <a:extLst>
              <a:ext uri="{FF2B5EF4-FFF2-40B4-BE49-F238E27FC236}">
                <a16:creationId xmlns:a16="http://schemas.microsoft.com/office/drawing/2014/main" id="{CAC46F56-C894-45E9-E2DF-AAB6B126A9A2}"/>
              </a:ext>
            </a:extLst>
          </p:cNvPr>
          <p:cNvPicPr>
            <a:picLocks noChangeAspect="1"/>
          </p:cNvPicPr>
          <p:nvPr/>
        </p:nvPicPr>
        <p:blipFill rotWithShape="1">
          <a:blip r:embed="rId3"/>
          <a:srcRect r="1480"/>
          <a:stretch/>
        </p:blipFill>
        <p:spPr>
          <a:xfrm>
            <a:off x="1104781" y="914226"/>
            <a:ext cx="4045069" cy="2195819"/>
          </a:xfrm>
          <a:prstGeom prst="rect">
            <a:avLst/>
          </a:prstGeom>
        </p:spPr>
      </p:pic>
      <p:pic>
        <p:nvPicPr>
          <p:cNvPr id="29" name="Picture 28">
            <a:extLst>
              <a:ext uri="{FF2B5EF4-FFF2-40B4-BE49-F238E27FC236}">
                <a16:creationId xmlns:a16="http://schemas.microsoft.com/office/drawing/2014/main" id="{FA04027B-A2B4-6FB6-3A5F-EFD2BD9F560C}"/>
              </a:ext>
            </a:extLst>
          </p:cNvPr>
          <p:cNvPicPr>
            <a:picLocks noChangeAspect="1"/>
          </p:cNvPicPr>
          <p:nvPr/>
        </p:nvPicPr>
        <p:blipFill rotWithShape="1">
          <a:blip r:embed="rId4"/>
          <a:srcRect l="609" r="1373"/>
          <a:stretch/>
        </p:blipFill>
        <p:spPr>
          <a:xfrm>
            <a:off x="1028700" y="3222348"/>
            <a:ext cx="4121150" cy="2223882"/>
          </a:xfrm>
          <a:prstGeom prst="rect">
            <a:avLst/>
          </a:prstGeom>
        </p:spPr>
      </p:pic>
      <p:pic>
        <p:nvPicPr>
          <p:cNvPr id="31" name="Picture 30">
            <a:extLst>
              <a:ext uri="{FF2B5EF4-FFF2-40B4-BE49-F238E27FC236}">
                <a16:creationId xmlns:a16="http://schemas.microsoft.com/office/drawing/2014/main" id="{B6082A62-0B5C-C257-F9FD-C4D4764E6B1A}"/>
              </a:ext>
            </a:extLst>
          </p:cNvPr>
          <p:cNvPicPr>
            <a:picLocks noChangeAspect="1"/>
          </p:cNvPicPr>
          <p:nvPr/>
        </p:nvPicPr>
        <p:blipFill rotWithShape="1">
          <a:blip r:embed="rId5"/>
          <a:srcRect r="953"/>
          <a:stretch/>
        </p:blipFill>
        <p:spPr>
          <a:xfrm>
            <a:off x="6501143" y="887989"/>
            <a:ext cx="3974482" cy="2147859"/>
          </a:xfrm>
          <a:prstGeom prst="rect">
            <a:avLst/>
          </a:prstGeom>
        </p:spPr>
      </p:pic>
      <p:pic>
        <p:nvPicPr>
          <p:cNvPr id="33" name="Picture 32">
            <a:extLst>
              <a:ext uri="{FF2B5EF4-FFF2-40B4-BE49-F238E27FC236}">
                <a16:creationId xmlns:a16="http://schemas.microsoft.com/office/drawing/2014/main" id="{972D8A04-BE19-4EC7-C52D-87FDC1F51499}"/>
              </a:ext>
            </a:extLst>
          </p:cNvPr>
          <p:cNvPicPr>
            <a:picLocks noChangeAspect="1"/>
          </p:cNvPicPr>
          <p:nvPr/>
        </p:nvPicPr>
        <p:blipFill rotWithShape="1">
          <a:blip r:embed="rId6"/>
          <a:srcRect b="845"/>
          <a:stretch/>
        </p:blipFill>
        <p:spPr>
          <a:xfrm>
            <a:off x="6096000" y="3110045"/>
            <a:ext cx="4379625" cy="2371041"/>
          </a:xfrm>
          <a:prstGeom prst="rect">
            <a:avLst/>
          </a:prstGeom>
        </p:spPr>
      </p:pic>
      <p:sp>
        <p:nvSpPr>
          <p:cNvPr id="3" name="Rectangle 2">
            <a:extLst>
              <a:ext uri="{FF2B5EF4-FFF2-40B4-BE49-F238E27FC236}">
                <a16:creationId xmlns:a16="http://schemas.microsoft.com/office/drawing/2014/main" id="{5F58EF62-299F-ABA6-4455-1C1670E40AEB}"/>
              </a:ext>
            </a:extLst>
          </p:cNvPr>
          <p:cNvSpPr/>
          <p:nvPr/>
        </p:nvSpPr>
        <p:spPr>
          <a:xfrm>
            <a:off x="0" y="1"/>
            <a:ext cx="12192000" cy="842982"/>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ooter Placeholder 4">
            <a:extLst>
              <a:ext uri="{FF2B5EF4-FFF2-40B4-BE49-F238E27FC236}">
                <a16:creationId xmlns:a16="http://schemas.microsoft.com/office/drawing/2014/main" id="{C79F9365-F484-B74A-1DBB-C7FDC59AAC93}"/>
              </a:ext>
            </a:extLst>
          </p:cNvPr>
          <p:cNvSpPr>
            <a:spLocks noGrp="1"/>
          </p:cNvSpPr>
          <p:nvPr>
            <p:ph type="ftr" sz="quarter" idx="11"/>
          </p:nvPr>
        </p:nvSpPr>
        <p:spPr/>
        <p:txBody>
          <a:bodyPr/>
          <a:lstStyle/>
          <a:p>
            <a:pPr rtl="0"/>
            <a:r>
              <a:rPr lang="en-GB" noProof="0" dirty="0"/>
              <a:t>Gary Schulze 2024</a:t>
            </a:r>
          </a:p>
        </p:txBody>
      </p:sp>
    </p:spTree>
    <p:extLst>
      <p:ext uri="{BB962C8B-B14F-4D97-AF65-F5344CB8AC3E}">
        <p14:creationId xmlns:p14="http://schemas.microsoft.com/office/powerpoint/2010/main" val="3011527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26D7E-EC6D-4B21-BCCC-32A29B9B2B33}"/>
              </a:ext>
            </a:extLst>
          </p:cNvPr>
          <p:cNvSpPr>
            <a:spLocks noGrp="1"/>
          </p:cNvSpPr>
          <p:nvPr>
            <p:ph type="title"/>
          </p:nvPr>
        </p:nvSpPr>
        <p:spPr>
          <a:xfrm>
            <a:off x="1066800" y="81088"/>
            <a:ext cx="10058400" cy="722390"/>
          </a:xfrm>
        </p:spPr>
        <p:txBody>
          <a:bodyPr rtlCol="0">
            <a:normAutofit/>
          </a:bodyPr>
          <a:lstStyle/>
          <a:p>
            <a:pPr algn="ctr" rtl="0"/>
            <a:r>
              <a:rPr lang="en-GB" sz="2800" dirty="0"/>
              <a:t>Attrition – Averages</a:t>
            </a:r>
          </a:p>
        </p:txBody>
      </p:sp>
      <p:sp>
        <p:nvSpPr>
          <p:cNvPr id="9" name="Slide Number Placeholder 8">
            <a:extLst>
              <a:ext uri="{FF2B5EF4-FFF2-40B4-BE49-F238E27FC236}">
                <a16:creationId xmlns:a16="http://schemas.microsoft.com/office/drawing/2014/main" id="{19006701-2C20-483A-974E-2CA25DD23066}"/>
              </a:ext>
            </a:extLst>
          </p:cNvPr>
          <p:cNvSpPr>
            <a:spLocks noGrp="1"/>
          </p:cNvSpPr>
          <p:nvPr>
            <p:ph type="sldNum" sz="quarter" idx="12"/>
          </p:nvPr>
        </p:nvSpPr>
        <p:spPr/>
        <p:txBody>
          <a:bodyPr rtlCol="0"/>
          <a:lstStyle/>
          <a:p>
            <a:pPr rtl="0"/>
            <a:fld id="{3A98EE3D-8CD1-4C3F-BD1C-C98C9596463C}" type="slidenum">
              <a:rPr lang="en-GB" smtClean="0"/>
              <a:pPr rtl="0"/>
              <a:t>18</a:t>
            </a:fld>
            <a:endParaRPr lang="en-GB" dirty="0"/>
          </a:p>
        </p:txBody>
      </p:sp>
      <p:sp>
        <p:nvSpPr>
          <p:cNvPr id="23" name="Content Placeholder 3">
            <a:extLst>
              <a:ext uri="{FF2B5EF4-FFF2-40B4-BE49-F238E27FC236}">
                <a16:creationId xmlns:a16="http://schemas.microsoft.com/office/drawing/2014/main" id="{C0B14F69-46F6-B6C1-31A3-23FA76F1929D}"/>
              </a:ext>
            </a:extLst>
          </p:cNvPr>
          <p:cNvSpPr>
            <a:spLocks noGrp="1"/>
          </p:cNvSpPr>
          <p:nvPr>
            <p:ph idx="1"/>
          </p:nvPr>
        </p:nvSpPr>
        <p:spPr>
          <a:xfrm>
            <a:off x="9400157" y="1232120"/>
            <a:ext cx="2387525" cy="4756532"/>
          </a:xfrm>
        </p:spPr>
        <p:txBody>
          <a:bodyPr>
            <a:normAutofit fontScale="85000" lnSpcReduction="20000"/>
          </a:bodyPr>
          <a:lstStyle/>
          <a:p>
            <a:r>
              <a:rPr lang="en-GB" dirty="0"/>
              <a:t>On average, younger people tend to leave the organisation.</a:t>
            </a:r>
          </a:p>
          <a:p>
            <a:r>
              <a:rPr lang="en-GB" dirty="0"/>
              <a:t>Average lower monthly income and hourly rate also have higher attrition.</a:t>
            </a:r>
          </a:p>
          <a:p>
            <a:r>
              <a:rPr lang="en-GB" dirty="0"/>
              <a:t>Greater distance from home increases attrition.</a:t>
            </a:r>
          </a:p>
        </p:txBody>
      </p:sp>
      <p:pic>
        <p:nvPicPr>
          <p:cNvPr id="5" name="Picture 4">
            <a:extLst>
              <a:ext uri="{FF2B5EF4-FFF2-40B4-BE49-F238E27FC236}">
                <a16:creationId xmlns:a16="http://schemas.microsoft.com/office/drawing/2014/main" id="{39D34C9B-F9AA-9C41-6244-39E13CD40A4E}"/>
              </a:ext>
            </a:extLst>
          </p:cNvPr>
          <p:cNvPicPr>
            <a:picLocks noChangeAspect="1"/>
          </p:cNvPicPr>
          <p:nvPr/>
        </p:nvPicPr>
        <p:blipFill>
          <a:blip r:embed="rId3"/>
          <a:stretch>
            <a:fillRect/>
          </a:stretch>
        </p:blipFill>
        <p:spPr>
          <a:xfrm>
            <a:off x="1547091" y="924070"/>
            <a:ext cx="7543800" cy="5475911"/>
          </a:xfrm>
          <a:prstGeom prst="rect">
            <a:avLst/>
          </a:prstGeom>
        </p:spPr>
      </p:pic>
      <p:sp>
        <p:nvSpPr>
          <p:cNvPr id="3" name="Rectangle 2">
            <a:extLst>
              <a:ext uri="{FF2B5EF4-FFF2-40B4-BE49-F238E27FC236}">
                <a16:creationId xmlns:a16="http://schemas.microsoft.com/office/drawing/2014/main" id="{716749A4-A851-D832-8AEE-E81026993ED1}"/>
              </a:ext>
            </a:extLst>
          </p:cNvPr>
          <p:cNvSpPr/>
          <p:nvPr/>
        </p:nvSpPr>
        <p:spPr>
          <a:xfrm>
            <a:off x="0" y="1"/>
            <a:ext cx="12192000" cy="842982"/>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Footer Placeholder 5">
            <a:extLst>
              <a:ext uri="{FF2B5EF4-FFF2-40B4-BE49-F238E27FC236}">
                <a16:creationId xmlns:a16="http://schemas.microsoft.com/office/drawing/2014/main" id="{F36EFE99-929C-1ABD-3F9B-AAA5D683E4D7}"/>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4030276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26D7E-EC6D-4B21-BCCC-32A29B9B2B33}"/>
              </a:ext>
            </a:extLst>
          </p:cNvPr>
          <p:cNvSpPr>
            <a:spLocks noGrp="1"/>
          </p:cNvSpPr>
          <p:nvPr>
            <p:ph type="title"/>
          </p:nvPr>
        </p:nvSpPr>
        <p:spPr>
          <a:xfrm>
            <a:off x="1066800" y="60297"/>
            <a:ext cx="10058400" cy="722390"/>
          </a:xfrm>
        </p:spPr>
        <p:txBody>
          <a:bodyPr rtlCol="0">
            <a:normAutofit/>
          </a:bodyPr>
          <a:lstStyle/>
          <a:p>
            <a:pPr algn="ctr" rtl="0"/>
            <a:r>
              <a:rPr lang="en-GB" sz="2800" dirty="0"/>
              <a:t>Attrition – Averages</a:t>
            </a:r>
          </a:p>
        </p:txBody>
      </p:sp>
      <p:sp>
        <p:nvSpPr>
          <p:cNvPr id="9" name="Slide Number Placeholder 8">
            <a:extLst>
              <a:ext uri="{FF2B5EF4-FFF2-40B4-BE49-F238E27FC236}">
                <a16:creationId xmlns:a16="http://schemas.microsoft.com/office/drawing/2014/main" id="{19006701-2C20-483A-974E-2CA25DD23066}"/>
              </a:ext>
            </a:extLst>
          </p:cNvPr>
          <p:cNvSpPr>
            <a:spLocks noGrp="1"/>
          </p:cNvSpPr>
          <p:nvPr>
            <p:ph type="sldNum" sz="quarter" idx="12"/>
          </p:nvPr>
        </p:nvSpPr>
        <p:spPr/>
        <p:txBody>
          <a:bodyPr rtlCol="0"/>
          <a:lstStyle/>
          <a:p>
            <a:pPr rtl="0"/>
            <a:fld id="{3A98EE3D-8CD1-4C3F-BD1C-C98C9596463C}" type="slidenum">
              <a:rPr lang="en-GB" smtClean="0"/>
              <a:pPr rtl="0"/>
              <a:t>19</a:t>
            </a:fld>
            <a:endParaRPr lang="en-GB" dirty="0"/>
          </a:p>
        </p:txBody>
      </p:sp>
      <p:sp>
        <p:nvSpPr>
          <p:cNvPr id="23" name="Content Placeholder 3">
            <a:extLst>
              <a:ext uri="{FF2B5EF4-FFF2-40B4-BE49-F238E27FC236}">
                <a16:creationId xmlns:a16="http://schemas.microsoft.com/office/drawing/2014/main" id="{C0B14F69-46F6-B6C1-31A3-23FA76F1929D}"/>
              </a:ext>
            </a:extLst>
          </p:cNvPr>
          <p:cNvSpPr>
            <a:spLocks noGrp="1"/>
          </p:cNvSpPr>
          <p:nvPr>
            <p:ph idx="1"/>
          </p:nvPr>
        </p:nvSpPr>
        <p:spPr>
          <a:xfrm>
            <a:off x="9462654" y="1393134"/>
            <a:ext cx="2216727" cy="4588961"/>
          </a:xfrm>
        </p:spPr>
        <p:txBody>
          <a:bodyPr>
            <a:normAutofit fontScale="77500" lnSpcReduction="20000"/>
          </a:bodyPr>
          <a:lstStyle/>
          <a:p>
            <a:r>
              <a:rPr lang="en-GB" dirty="0"/>
              <a:t>The higher the average years with current manager, years at company and years in current role, the lower attrition rate .</a:t>
            </a:r>
          </a:p>
          <a:p>
            <a:r>
              <a:rPr lang="en-GB" dirty="0"/>
              <a:t>The average years since last promotion don’t seem to have an impact on attrition.</a:t>
            </a:r>
          </a:p>
          <a:p>
            <a:endParaRPr lang="en-GB" dirty="0"/>
          </a:p>
        </p:txBody>
      </p:sp>
      <p:pic>
        <p:nvPicPr>
          <p:cNvPr id="4" name="Picture 3">
            <a:extLst>
              <a:ext uri="{FF2B5EF4-FFF2-40B4-BE49-F238E27FC236}">
                <a16:creationId xmlns:a16="http://schemas.microsoft.com/office/drawing/2014/main" id="{8534B3FE-B534-3476-37C4-9F5978341058}"/>
              </a:ext>
            </a:extLst>
          </p:cNvPr>
          <p:cNvPicPr>
            <a:picLocks noChangeAspect="1"/>
          </p:cNvPicPr>
          <p:nvPr/>
        </p:nvPicPr>
        <p:blipFill>
          <a:blip r:embed="rId3"/>
          <a:stretch>
            <a:fillRect/>
          </a:stretch>
        </p:blipFill>
        <p:spPr>
          <a:xfrm>
            <a:off x="1594641" y="857321"/>
            <a:ext cx="7535707" cy="5499029"/>
          </a:xfrm>
          <a:prstGeom prst="rect">
            <a:avLst/>
          </a:prstGeom>
        </p:spPr>
      </p:pic>
      <p:sp>
        <p:nvSpPr>
          <p:cNvPr id="3" name="Rectangle 2">
            <a:extLst>
              <a:ext uri="{FF2B5EF4-FFF2-40B4-BE49-F238E27FC236}">
                <a16:creationId xmlns:a16="http://schemas.microsoft.com/office/drawing/2014/main" id="{61914CDF-B57E-6DAE-5F8D-7FB47C78E5E6}"/>
              </a:ext>
            </a:extLst>
          </p:cNvPr>
          <p:cNvSpPr/>
          <p:nvPr/>
        </p:nvSpPr>
        <p:spPr>
          <a:xfrm>
            <a:off x="0" y="1"/>
            <a:ext cx="12192000" cy="842982"/>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Footer Placeholder 5">
            <a:extLst>
              <a:ext uri="{FF2B5EF4-FFF2-40B4-BE49-F238E27FC236}">
                <a16:creationId xmlns:a16="http://schemas.microsoft.com/office/drawing/2014/main" id="{CB12AE2A-7DA8-1157-B14C-8D88C5DBDEB1}"/>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18404022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26D7E-EC6D-4B21-BCCC-32A29B9B2B33}"/>
              </a:ext>
            </a:extLst>
          </p:cNvPr>
          <p:cNvSpPr>
            <a:spLocks noGrp="1"/>
          </p:cNvSpPr>
          <p:nvPr>
            <p:ph type="title"/>
          </p:nvPr>
        </p:nvSpPr>
        <p:spPr>
          <a:xfrm>
            <a:off x="1066800" y="73708"/>
            <a:ext cx="10058400" cy="722390"/>
          </a:xfrm>
        </p:spPr>
        <p:txBody>
          <a:bodyPr rtlCol="0">
            <a:normAutofit/>
          </a:bodyPr>
          <a:lstStyle/>
          <a:p>
            <a:pPr algn="ctr" rtl="0"/>
            <a:r>
              <a:rPr lang="en-GB" sz="2800" dirty="0"/>
              <a:t>Attrition rates – Heatmap</a:t>
            </a:r>
          </a:p>
        </p:txBody>
      </p:sp>
      <p:sp>
        <p:nvSpPr>
          <p:cNvPr id="9" name="Slide Number Placeholder 8">
            <a:extLst>
              <a:ext uri="{FF2B5EF4-FFF2-40B4-BE49-F238E27FC236}">
                <a16:creationId xmlns:a16="http://schemas.microsoft.com/office/drawing/2014/main" id="{19006701-2C20-483A-974E-2CA25DD23066}"/>
              </a:ext>
            </a:extLst>
          </p:cNvPr>
          <p:cNvSpPr>
            <a:spLocks noGrp="1"/>
          </p:cNvSpPr>
          <p:nvPr>
            <p:ph type="sldNum" sz="quarter" idx="12"/>
          </p:nvPr>
        </p:nvSpPr>
        <p:spPr/>
        <p:txBody>
          <a:bodyPr rtlCol="0"/>
          <a:lstStyle/>
          <a:p>
            <a:pPr rtl="0"/>
            <a:fld id="{3A98EE3D-8CD1-4C3F-BD1C-C98C9596463C}" type="slidenum">
              <a:rPr lang="en-GB" smtClean="0"/>
              <a:pPr rtl="0"/>
              <a:t>20</a:t>
            </a:fld>
            <a:endParaRPr lang="en-GB" dirty="0"/>
          </a:p>
        </p:txBody>
      </p:sp>
      <p:pic>
        <p:nvPicPr>
          <p:cNvPr id="4" name="Picture 3">
            <a:extLst>
              <a:ext uri="{FF2B5EF4-FFF2-40B4-BE49-F238E27FC236}">
                <a16:creationId xmlns:a16="http://schemas.microsoft.com/office/drawing/2014/main" id="{2F14EE20-A006-334F-301D-410915B22E5C}"/>
              </a:ext>
            </a:extLst>
          </p:cNvPr>
          <p:cNvPicPr>
            <a:picLocks noChangeAspect="1"/>
          </p:cNvPicPr>
          <p:nvPr/>
        </p:nvPicPr>
        <p:blipFill>
          <a:blip r:embed="rId3"/>
          <a:stretch>
            <a:fillRect/>
          </a:stretch>
        </p:blipFill>
        <p:spPr>
          <a:xfrm>
            <a:off x="2429551" y="916690"/>
            <a:ext cx="7506241" cy="5492802"/>
          </a:xfrm>
          <a:prstGeom prst="rect">
            <a:avLst/>
          </a:prstGeom>
          <a:ln>
            <a:solidFill>
              <a:schemeClr val="tx1"/>
            </a:solidFill>
          </a:ln>
        </p:spPr>
      </p:pic>
      <p:sp>
        <p:nvSpPr>
          <p:cNvPr id="3" name="Rectangle 2">
            <a:extLst>
              <a:ext uri="{FF2B5EF4-FFF2-40B4-BE49-F238E27FC236}">
                <a16:creationId xmlns:a16="http://schemas.microsoft.com/office/drawing/2014/main" id="{A6225E4F-5E99-C9B8-1654-D04CA6F79C94}"/>
              </a:ext>
            </a:extLst>
          </p:cNvPr>
          <p:cNvSpPr/>
          <p:nvPr/>
        </p:nvSpPr>
        <p:spPr>
          <a:xfrm>
            <a:off x="0" y="1"/>
            <a:ext cx="12192000" cy="842982"/>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Footer Placeholder 5">
            <a:extLst>
              <a:ext uri="{FF2B5EF4-FFF2-40B4-BE49-F238E27FC236}">
                <a16:creationId xmlns:a16="http://schemas.microsoft.com/office/drawing/2014/main" id="{26E89AD7-DA63-526A-0E10-CECFF13C00B3}"/>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24500332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6"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0" name="Freeform: Shape 19">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D4EE4295-F8D3-2F26-9B73-E5B425F845B2}"/>
              </a:ext>
            </a:extLst>
          </p:cNvPr>
          <p:cNvSpPr>
            <a:spLocks noGrp="1"/>
          </p:cNvSpPr>
          <p:nvPr>
            <p:ph type="title"/>
          </p:nvPr>
        </p:nvSpPr>
        <p:spPr>
          <a:xfrm>
            <a:off x="786385" y="841248"/>
            <a:ext cx="5129600" cy="5340097"/>
          </a:xfrm>
        </p:spPr>
        <p:txBody>
          <a:bodyPr anchor="ctr">
            <a:normAutofit/>
          </a:bodyPr>
          <a:lstStyle/>
          <a:p>
            <a:r>
              <a:rPr lang="en-GB" sz="4800">
                <a:solidFill>
                  <a:schemeClr val="bg1"/>
                </a:solidFill>
              </a:rPr>
              <a:t>Power BI dashboard</a:t>
            </a:r>
          </a:p>
        </p:txBody>
      </p:sp>
      <p:sp>
        <p:nvSpPr>
          <p:cNvPr id="3" name="Content Placeholder 2">
            <a:extLst>
              <a:ext uri="{FF2B5EF4-FFF2-40B4-BE49-F238E27FC236}">
                <a16:creationId xmlns:a16="http://schemas.microsoft.com/office/drawing/2014/main" id="{67F01AD2-7FB3-C155-F53F-40294B9D1269}"/>
              </a:ext>
            </a:extLst>
          </p:cNvPr>
          <p:cNvSpPr>
            <a:spLocks noGrp="1"/>
          </p:cNvSpPr>
          <p:nvPr>
            <p:ph idx="1"/>
          </p:nvPr>
        </p:nvSpPr>
        <p:spPr>
          <a:xfrm>
            <a:off x="6464410" y="323851"/>
            <a:ext cx="5251340" cy="5857494"/>
          </a:xfrm>
        </p:spPr>
        <p:txBody>
          <a:bodyPr anchor="ctr">
            <a:normAutofit/>
          </a:bodyPr>
          <a:lstStyle/>
          <a:p>
            <a:r>
              <a:rPr lang="en-GB" sz="1800" dirty="0">
                <a:solidFill>
                  <a:schemeClr val="tx2"/>
                </a:solidFill>
              </a:rPr>
              <a:t>Importing the data set into power BI allows for simple and powerful analysis of the data and allows us to gain quick and effective insights into the data.</a:t>
            </a:r>
          </a:p>
          <a:p>
            <a:r>
              <a:rPr lang="en-GB" sz="1800" dirty="0">
                <a:solidFill>
                  <a:schemeClr val="tx2"/>
                </a:solidFill>
              </a:rPr>
              <a:t>For this dashboard, the data is split into sections for analysis, namely;</a:t>
            </a:r>
          </a:p>
          <a:p>
            <a:pPr lvl="1"/>
            <a:r>
              <a:rPr lang="en-GB" sz="1800" dirty="0">
                <a:solidFill>
                  <a:schemeClr val="tx2"/>
                </a:solidFill>
              </a:rPr>
              <a:t>Summary page showing the detail that we believe offers an overall view of the expected influencers on attrition.</a:t>
            </a:r>
          </a:p>
          <a:p>
            <a:pPr lvl="1"/>
            <a:r>
              <a:rPr lang="en-GB" sz="1800" dirty="0">
                <a:solidFill>
                  <a:schemeClr val="tx2"/>
                </a:solidFill>
              </a:rPr>
              <a:t>Demographic and education summary affecting attrition</a:t>
            </a:r>
          </a:p>
          <a:p>
            <a:pPr lvl="1"/>
            <a:r>
              <a:rPr lang="en-GB" sz="1800" dirty="0">
                <a:solidFill>
                  <a:schemeClr val="tx2"/>
                </a:solidFill>
              </a:rPr>
              <a:t>Employment summary affecting attrition</a:t>
            </a:r>
          </a:p>
          <a:p>
            <a:pPr lvl="1"/>
            <a:r>
              <a:rPr lang="en-GB" sz="1800" dirty="0">
                <a:solidFill>
                  <a:schemeClr val="tx2"/>
                </a:solidFill>
              </a:rPr>
              <a:t>A decomposition tree</a:t>
            </a:r>
          </a:p>
          <a:p>
            <a:pPr lvl="1"/>
            <a:r>
              <a:rPr lang="en-GB" sz="1800" dirty="0">
                <a:solidFill>
                  <a:schemeClr val="tx2"/>
                </a:solidFill>
              </a:rPr>
              <a:t>And finally, the data in tabular format for further analysis.</a:t>
            </a:r>
          </a:p>
          <a:p>
            <a:pPr lvl="1"/>
            <a:endParaRPr lang="en-GB" sz="1800" dirty="0">
              <a:solidFill>
                <a:schemeClr val="tx2"/>
              </a:solidFill>
            </a:endParaRPr>
          </a:p>
        </p:txBody>
      </p:sp>
      <p:sp>
        <p:nvSpPr>
          <p:cNvPr id="6" name="Slide Number Placeholder 5">
            <a:extLst>
              <a:ext uri="{FF2B5EF4-FFF2-40B4-BE49-F238E27FC236}">
                <a16:creationId xmlns:a16="http://schemas.microsoft.com/office/drawing/2014/main" id="{0B02B3C9-B91E-57F9-328D-38B1956A0502}"/>
              </a:ext>
            </a:extLst>
          </p:cNvPr>
          <p:cNvSpPr>
            <a:spLocks noGrp="1"/>
          </p:cNvSpPr>
          <p:nvPr>
            <p:ph type="sldNum" sz="quarter" idx="12"/>
          </p:nvPr>
        </p:nvSpPr>
        <p:spPr>
          <a:xfrm>
            <a:off x="11548872" y="6217920"/>
            <a:ext cx="640080" cy="640080"/>
          </a:xfrm>
        </p:spPr>
        <p:txBody>
          <a:bodyPr>
            <a:normAutofit/>
          </a:bodyPr>
          <a:lstStyle/>
          <a:p>
            <a:pPr algn="ctr" rtl="0">
              <a:spcAft>
                <a:spcPts val="600"/>
              </a:spcAft>
            </a:pPr>
            <a:fld id="{3A98EE3D-8CD1-4C3F-BD1C-C98C9596463C}" type="slidenum">
              <a:rPr lang="en-GB" sz="1600" noProof="0">
                <a:solidFill>
                  <a:schemeClr val="tx2"/>
                </a:solidFill>
              </a:rPr>
              <a:pPr algn="ctr" rtl="0">
                <a:spcAft>
                  <a:spcPts val="600"/>
                </a:spcAft>
              </a:pPr>
              <a:t>21</a:t>
            </a:fld>
            <a:endParaRPr lang="en-GB" sz="1600" noProof="0">
              <a:solidFill>
                <a:schemeClr val="tx2"/>
              </a:solidFill>
            </a:endParaRPr>
          </a:p>
        </p:txBody>
      </p:sp>
    </p:spTree>
    <p:extLst>
      <p:ext uri="{BB962C8B-B14F-4D97-AF65-F5344CB8AC3E}">
        <p14:creationId xmlns:p14="http://schemas.microsoft.com/office/powerpoint/2010/main" val="41278266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2C0B8-34AA-4034-D274-9876624BB65F}"/>
              </a:ext>
            </a:extLst>
          </p:cNvPr>
          <p:cNvSpPr>
            <a:spLocks noGrp="1"/>
          </p:cNvSpPr>
          <p:nvPr>
            <p:ph type="title"/>
          </p:nvPr>
        </p:nvSpPr>
        <p:spPr>
          <a:xfrm>
            <a:off x="2467066" y="200729"/>
            <a:ext cx="7613865" cy="459765"/>
          </a:xfrm>
          <a:prstGeom prst="ellipse">
            <a:avLst/>
          </a:prstGeom>
        </p:spPr>
        <p:txBody>
          <a:bodyPr vert="horz" lIns="91440" tIns="45720" rIns="91440" bIns="45720" rtlCol="0" anchor="b">
            <a:normAutofit fontScale="90000"/>
          </a:bodyPr>
          <a:lstStyle/>
          <a:p>
            <a:r>
              <a:rPr lang="en-US" sz="2700" kern="1200" dirty="0">
                <a:latin typeface="+mj-lt"/>
                <a:ea typeface="+mj-ea"/>
                <a:cs typeface="+mj-cs"/>
              </a:rPr>
              <a:t>Power BI Dashboard – Attrition summary</a:t>
            </a:r>
          </a:p>
        </p:txBody>
      </p:sp>
      <p:sp>
        <p:nvSpPr>
          <p:cNvPr id="23" name="Content Placeholder 22">
            <a:extLst>
              <a:ext uri="{FF2B5EF4-FFF2-40B4-BE49-F238E27FC236}">
                <a16:creationId xmlns:a16="http://schemas.microsoft.com/office/drawing/2014/main" id="{8C8EE89D-6D54-B622-0A62-C5D4F75211EB}"/>
              </a:ext>
            </a:extLst>
          </p:cNvPr>
          <p:cNvSpPr>
            <a:spLocks noGrp="1"/>
          </p:cNvSpPr>
          <p:nvPr>
            <p:ph idx="1"/>
          </p:nvPr>
        </p:nvSpPr>
        <p:spPr>
          <a:xfrm>
            <a:off x="7953375" y="1238248"/>
            <a:ext cx="3848099" cy="4886327"/>
          </a:xfrm>
        </p:spPr>
        <p:txBody>
          <a:bodyPr anchor="t">
            <a:normAutofit/>
          </a:bodyPr>
          <a:lstStyle/>
          <a:p>
            <a:r>
              <a:rPr lang="en-US" sz="2000" dirty="0"/>
              <a:t>From the summary page we can immediately identify the areas affecting attrition;</a:t>
            </a:r>
          </a:p>
          <a:p>
            <a:pPr lvl="1"/>
            <a:r>
              <a:rPr lang="en-US" sz="1600" dirty="0"/>
              <a:t>Sales representative</a:t>
            </a:r>
          </a:p>
          <a:p>
            <a:pPr lvl="1"/>
            <a:r>
              <a:rPr lang="en-US" sz="1600" dirty="0"/>
              <a:t>Further distance from home </a:t>
            </a:r>
          </a:p>
          <a:p>
            <a:pPr lvl="1"/>
            <a:r>
              <a:rPr lang="en-US" sz="1600" dirty="0"/>
              <a:t>Frequent business travel</a:t>
            </a:r>
          </a:p>
          <a:p>
            <a:pPr lvl="1"/>
            <a:r>
              <a:rPr lang="en-US" sz="1600" dirty="0"/>
              <a:t>Bad work life balance</a:t>
            </a:r>
          </a:p>
          <a:p>
            <a:pPr lvl="1"/>
            <a:r>
              <a:rPr lang="en-US" sz="1600" dirty="0"/>
              <a:t>Low job satisfaction</a:t>
            </a:r>
          </a:p>
          <a:p>
            <a:pPr lvl="1"/>
            <a:r>
              <a:rPr lang="en-US" sz="1600" dirty="0"/>
              <a:t>Overtime </a:t>
            </a:r>
          </a:p>
          <a:p>
            <a:pPr lvl="1"/>
            <a:r>
              <a:rPr lang="en-US" sz="1600" dirty="0"/>
              <a:t>Low monthly income</a:t>
            </a:r>
          </a:p>
          <a:p>
            <a:r>
              <a:rPr lang="en-US" sz="2000" dirty="0"/>
              <a:t>Based on the initial results, we could investigate this further by drilling down into the data using the filters.</a:t>
            </a:r>
          </a:p>
        </p:txBody>
      </p:sp>
      <p:pic>
        <p:nvPicPr>
          <p:cNvPr id="12" name="Content Placeholder 11">
            <a:extLst>
              <a:ext uri="{FF2B5EF4-FFF2-40B4-BE49-F238E27FC236}">
                <a16:creationId xmlns:a16="http://schemas.microsoft.com/office/drawing/2014/main" id="{691C6A33-3FBE-7BC4-4A1A-D08E64F2EEC5}"/>
              </a:ext>
            </a:extLst>
          </p:cNvPr>
          <p:cNvPicPr>
            <a:picLocks noChangeAspect="1"/>
          </p:cNvPicPr>
          <p:nvPr/>
        </p:nvPicPr>
        <p:blipFill>
          <a:blip r:embed="rId2"/>
          <a:stretch>
            <a:fillRect/>
          </a:stretch>
        </p:blipFill>
        <p:spPr>
          <a:xfrm>
            <a:off x="250087" y="1361610"/>
            <a:ext cx="7493738" cy="4215227"/>
          </a:xfrm>
          <a:prstGeom prst="rect">
            <a:avLst/>
          </a:prstGeom>
        </p:spPr>
      </p:pic>
      <p:sp>
        <p:nvSpPr>
          <p:cNvPr id="6" name="Slide Number Placeholder 5">
            <a:extLst>
              <a:ext uri="{FF2B5EF4-FFF2-40B4-BE49-F238E27FC236}">
                <a16:creationId xmlns:a16="http://schemas.microsoft.com/office/drawing/2014/main" id="{7C1953E6-6EFC-86B7-5602-0482B4DEC25C}"/>
              </a:ext>
            </a:extLst>
          </p:cNvPr>
          <p:cNvSpPr>
            <a:spLocks noGrp="1"/>
          </p:cNvSpPr>
          <p:nvPr>
            <p:ph type="sldNum" sz="quarter" idx="12"/>
          </p:nvPr>
        </p:nvSpPr>
        <p:spPr>
          <a:xfrm>
            <a:off x="8610600" y="6356350"/>
            <a:ext cx="2743200" cy="365125"/>
          </a:xfrm>
        </p:spPr>
        <p:txBody>
          <a:bodyPr vert="horz" lIns="91440" tIns="45720" rIns="91440" bIns="45720" rtlCol="0">
            <a:normAutofit/>
          </a:bodyPr>
          <a:lstStyle/>
          <a:p>
            <a:pPr>
              <a:spcAft>
                <a:spcPts val="600"/>
              </a:spcAft>
            </a:pPr>
            <a:fld id="{3A98EE3D-8CD1-4C3F-BD1C-C98C9596463C}" type="slidenum">
              <a:rPr lang="en-US" noProof="0" smtClean="0"/>
              <a:pPr>
                <a:spcAft>
                  <a:spcPts val="600"/>
                </a:spcAft>
              </a:pPr>
              <a:t>22</a:t>
            </a:fld>
            <a:endParaRPr lang="en-US" noProof="0"/>
          </a:p>
        </p:txBody>
      </p:sp>
      <p:grpSp>
        <p:nvGrpSpPr>
          <p:cNvPr id="44" name="Group 43">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45" name="Rectangle 44">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2">
            <a:extLst>
              <a:ext uri="{FF2B5EF4-FFF2-40B4-BE49-F238E27FC236}">
                <a16:creationId xmlns:a16="http://schemas.microsoft.com/office/drawing/2014/main" id="{4DBDE71E-9F0B-6E7E-D9A1-04B71BC2F1EE}"/>
              </a:ext>
            </a:extLst>
          </p:cNvPr>
          <p:cNvSpPr/>
          <p:nvPr/>
        </p:nvSpPr>
        <p:spPr>
          <a:xfrm>
            <a:off x="0" y="1"/>
            <a:ext cx="12192000" cy="842982"/>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ooter Placeholder 4">
            <a:extLst>
              <a:ext uri="{FF2B5EF4-FFF2-40B4-BE49-F238E27FC236}">
                <a16:creationId xmlns:a16="http://schemas.microsoft.com/office/drawing/2014/main" id="{E50A154D-1B32-D720-E877-905F8D0948EF}"/>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14134511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2C0B8-34AA-4034-D274-9876624BB65F}"/>
              </a:ext>
            </a:extLst>
          </p:cNvPr>
          <p:cNvSpPr>
            <a:spLocks noGrp="1"/>
          </p:cNvSpPr>
          <p:nvPr>
            <p:ph type="title"/>
          </p:nvPr>
        </p:nvSpPr>
        <p:spPr>
          <a:xfrm>
            <a:off x="1406920" y="211661"/>
            <a:ext cx="9734157" cy="459765"/>
          </a:xfrm>
          <a:prstGeom prst="ellipse">
            <a:avLst/>
          </a:prstGeom>
        </p:spPr>
        <p:txBody>
          <a:bodyPr vert="horz" lIns="91440" tIns="45720" rIns="91440" bIns="45720" rtlCol="0" anchor="b">
            <a:normAutofit fontScale="90000"/>
          </a:bodyPr>
          <a:lstStyle/>
          <a:p>
            <a:r>
              <a:rPr lang="en-US" sz="2800" kern="1200" dirty="0">
                <a:latin typeface="+mj-lt"/>
                <a:ea typeface="+mj-ea"/>
                <a:cs typeface="+mj-cs"/>
              </a:rPr>
              <a:t>Power BI Dashboard – Demographic and education</a:t>
            </a:r>
            <a:endParaRPr lang="en-US" sz="2700" kern="1200" dirty="0">
              <a:latin typeface="+mj-lt"/>
              <a:ea typeface="+mj-ea"/>
              <a:cs typeface="+mj-cs"/>
            </a:endParaRPr>
          </a:p>
        </p:txBody>
      </p:sp>
      <p:sp>
        <p:nvSpPr>
          <p:cNvPr id="23" name="Content Placeholder 22">
            <a:extLst>
              <a:ext uri="{FF2B5EF4-FFF2-40B4-BE49-F238E27FC236}">
                <a16:creationId xmlns:a16="http://schemas.microsoft.com/office/drawing/2014/main" id="{8C8EE89D-6D54-B622-0A62-C5D4F75211EB}"/>
              </a:ext>
            </a:extLst>
          </p:cNvPr>
          <p:cNvSpPr>
            <a:spLocks noGrp="1"/>
          </p:cNvSpPr>
          <p:nvPr>
            <p:ph idx="1"/>
          </p:nvPr>
        </p:nvSpPr>
        <p:spPr>
          <a:xfrm>
            <a:off x="7953375" y="1238248"/>
            <a:ext cx="3848099" cy="4886327"/>
          </a:xfrm>
        </p:spPr>
        <p:txBody>
          <a:bodyPr anchor="t">
            <a:normAutofit/>
          </a:bodyPr>
          <a:lstStyle/>
          <a:p>
            <a:r>
              <a:rPr lang="en-US" sz="2000" dirty="0"/>
              <a:t>From the demographic and education summary page, we can immediately identify the areas affecting attrition;</a:t>
            </a:r>
          </a:p>
          <a:p>
            <a:pPr lvl="1"/>
            <a:r>
              <a:rPr lang="en-US" sz="1600" dirty="0"/>
              <a:t>Younger people tend to leave</a:t>
            </a:r>
          </a:p>
          <a:p>
            <a:pPr lvl="1"/>
            <a:r>
              <a:rPr lang="en-US" sz="1600" dirty="0"/>
              <a:t>More males leave</a:t>
            </a:r>
          </a:p>
          <a:p>
            <a:pPr lvl="1"/>
            <a:r>
              <a:rPr lang="en-US" sz="1600" dirty="0"/>
              <a:t>Single staff have highest attrition</a:t>
            </a:r>
          </a:p>
          <a:p>
            <a:pPr lvl="1"/>
            <a:r>
              <a:rPr lang="en-US" sz="1600" dirty="0"/>
              <a:t>More staff with lower education level tend to leave</a:t>
            </a:r>
          </a:p>
          <a:p>
            <a:pPr lvl="1"/>
            <a:r>
              <a:rPr lang="en-US" sz="1600" dirty="0"/>
              <a:t>In terms of education field, Human resources have the highest attrition rate</a:t>
            </a:r>
          </a:p>
          <a:p>
            <a:pPr lvl="1"/>
            <a:r>
              <a:rPr lang="en-US" sz="1600" dirty="0"/>
              <a:t>Distance from home</a:t>
            </a:r>
          </a:p>
          <a:p>
            <a:r>
              <a:rPr lang="en-US" sz="2000" dirty="0"/>
              <a:t>Based on the initial results, we could investigate this further by drilling down into the data using the filters.</a:t>
            </a:r>
          </a:p>
        </p:txBody>
      </p:sp>
      <p:sp>
        <p:nvSpPr>
          <p:cNvPr id="6" name="Slide Number Placeholder 5">
            <a:extLst>
              <a:ext uri="{FF2B5EF4-FFF2-40B4-BE49-F238E27FC236}">
                <a16:creationId xmlns:a16="http://schemas.microsoft.com/office/drawing/2014/main" id="{7C1953E6-6EFC-86B7-5602-0482B4DEC25C}"/>
              </a:ext>
            </a:extLst>
          </p:cNvPr>
          <p:cNvSpPr>
            <a:spLocks noGrp="1"/>
          </p:cNvSpPr>
          <p:nvPr>
            <p:ph type="sldNum" sz="quarter" idx="12"/>
          </p:nvPr>
        </p:nvSpPr>
        <p:spPr>
          <a:xfrm>
            <a:off x="8610600" y="6356350"/>
            <a:ext cx="2743200" cy="365125"/>
          </a:xfrm>
        </p:spPr>
        <p:txBody>
          <a:bodyPr vert="horz" lIns="91440" tIns="45720" rIns="91440" bIns="45720" rtlCol="0">
            <a:normAutofit/>
          </a:bodyPr>
          <a:lstStyle/>
          <a:p>
            <a:pPr>
              <a:spcAft>
                <a:spcPts val="600"/>
              </a:spcAft>
            </a:pPr>
            <a:fld id="{3A98EE3D-8CD1-4C3F-BD1C-C98C9596463C}" type="slidenum">
              <a:rPr lang="en-US" noProof="0" smtClean="0"/>
              <a:pPr>
                <a:spcAft>
                  <a:spcPts val="600"/>
                </a:spcAft>
              </a:pPr>
              <a:t>23</a:t>
            </a:fld>
            <a:endParaRPr lang="en-US" noProof="0"/>
          </a:p>
        </p:txBody>
      </p:sp>
      <p:grpSp>
        <p:nvGrpSpPr>
          <p:cNvPr id="44" name="Group 43">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45" name="Rectangle 44">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Content Placeholder 7">
            <a:extLst>
              <a:ext uri="{FF2B5EF4-FFF2-40B4-BE49-F238E27FC236}">
                <a16:creationId xmlns:a16="http://schemas.microsoft.com/office/drawing/2014/main" id="{095B9CE2-03D1-4A0B-2833-B98284A53D0E}"/>
              </a:ext>
            </a:extLst>
          </p:cNvPr>
          <p:cNvPicPr>
            <a:picLocks noChangeAspect="1"/>
          </p:cNvPicPr>
          <p:nvPr/>
        </p:nvPicPr>
        <p:blipFill>
          <a:blip r:embed="rId2"/>
          <a:stretch>
            <a:fillRect/>
          </a:stretch>
        </p:blipFill>
        <p:spPr>
          <a:xfrm>
            <a:off x="252000" y="1360800"/>
            <a:ext cx="7494402" cy="4215600"/>
          </a:xfrm>
          <a:prstGeom prst="rect">
            <a:avLst/>
          </a:prstGeom>
        </p:spPr>
      </p:pic>
      <p:sp>
        <p:nvSpPr>
          <p:cNvPr id="4" name="Rectangle 3">
            <a:extLst>
              <a:ext uri="{FF2B5EF4-FFF2-40B4-BE49-F238E27FC236}">
                <a16:creationId xmlns:a16="http://schemas.microsoft.com/office/drawing/2014/main" id="{7C8E993D-CBF0-1749-B86C-931F91D5B81A}"/>
              </a:ext>
            </a:extLst>
          </p:cNvPr>
          <p:cNvSpPr/>
          <p:nvPr/>
        </p:nvSpPr>
        <p:spPr>
          <a:xfrm>
            <a:off x="0" y="1"/>
            <a:ext cx="12192000" cy="842982"/>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Footer Placeholder 6">
            <a:extLst>
              <a:ext uri="{FF2B5EF4-FFF2-40B4-BE49-F238E27FC236}">
                <a16:creationId xmlns:a16="http://schemas.microsoft.com/office/drawing/2014/main" id="{B7EA6272-B8C6-A28D-57CC-6E4602D7D2D4}"/>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32885454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2C0B8-34AA-4034-D274-9876624BB65F}"/>
              </a:ext>
            </a:extLst>
          </p:cNvPr>
          <p:cNvSpPr>
            <a:spLocks noGrp="1"/>
          </p:cNvSpPr>
          <p:nvPr>
            <p:ph type="title"/>
          </p:nvPr>
        </p:nvSpPr>
        <p:spPr>
          <a:xfrm>
            <a:off x="1406920" y="191609"/>
            <a:ext cx="9734157" cy="459765"/>
          </a:xfrm>
          <a:prstGeom prst="ellipse">
            <a:avLst/>
          </a:prstGeom>
        </p:spPr>
        <p:txBody>
          <a:bodyPr vert="horz" lIns="91440" tIns="45720" rIns="91440" bIns="45720" rtlCol="0" anchor="b">
            <a:normAutofit fontScale="90000"/>
          </a:bodyPr>
          <a:lstStyle/>
          <a:p>
            <a:r>
              <a:rPr lang="en-US" sz="2800" kern="1200" dirty="0">
                <a:latin typeface="+mj-lt"/>
                <a:ea typeface="+mj-ea"/>
                <a:cs typeface="+mj-cs"/>
              </a:rPr>
              <a:t>Power BI Dashboard – Employment summary</a:t>
            </a:r>
            <a:endParaRPr lang="en-US" sz="2700" kern="1200" dirty="0">
              <a:latin typeface="+mj-lt"/>
              <a:ea typeface="+mj-ea"/>
              <a:cs typeface="+mj-cs"/>
            </a:endParaRPr>
          </a:p>
        </p:txBody>
      </p:sp>
      <p:sp>
        <p:nvSpPr>
          <p:cNvPr id="23" name="Content Placeholder 22">
            <a:extLst>
              <a:ext uri="{FF2B5EF4-FFF2-40B4-BE49-F238E27FC236}">
                <a16:creationId xmlns:a16="http://schemas.microsoft.com/office/drawing/2014/main" id="{8C8EE89D-6D54-B622-0A62-C5D4F75211EB}"/>
              </a:ext>
            </a:extLst>
          </p:cNvPr>
          <p:cNvSpPr>
            <a:spLocks noGrp="1"/>
          </p:cNvSpPr>
          <p:nvPr>
            <p:ph idx="1"/>
          </p:nvPr>
        </p:nvSpPr>
        <p:spPr>
          <a:xfrm>
            <a:off x="7953375" y="1238248"/>
            <a:ext cx="3848099" cy="4886327"/>
          </a:xfrm>
        </p:spPr>
        <p:txBody>
          <a:bodyPr anchor="t">
            <a:normAutofit/>
          </a:bodyPr>
          <a:lstStyle/>
          <a:p>
            <a:r>
              <a:rPr lang="en-US" sz="2000" dirty="0"/>
              <a:t>From the employment summary page, we can immediately identify the areas affecting attrition;</a:t>
            </a:r>
          </a:p>
          <a:p>
            <a:pPr lvl="1"/>
            <a:r>
              <a:rPr lang="en-US" sz="1600" dirty="0"/>
              <a:t>Total working years</a:t>
            </a:r>
          </a:p>
          <a:p>
            <a:pPr lvl="1"/>
            <a:r>
              <a:rPr lang="en-US" sz="1600" dirty="0"/>
              <a:t>Lower hourly rate </a:t>
            </a:r>
          </a:p>
        </p:txBody>
      </p:sp>
      <p:sp>
        <p:nvSpPr>
          <p:cNvPr id="6" name="Slide Number Placeholder 5">
            <a:extLst>
              <a:ext uri="{FF2B5EF4-FFF2-40B4-BE49-F238E27FC236}">
                <a16:creationId xmlns:a16="http://schemas.microsoft.com/office/drawing/2014/main" id="{7C1953E6-6EFC-86B7-5602-0482B4DEC25C}"/>
              </a:ext>
            </a:extLst>
          </p:cNvPr>
          <p:cNvSpPr>
            <a:spLocks noGrp="1"/>
          </p:cNvSpPr>
          <p:nvPr>
            <p:ph type="sldNum" sz="quarter" idx="12"/>
          </p:nvPr>
        </p:nvSpPr>
        <p:spPr>
          <a:xfrm>
            <a:off x="8610600" y="6356350"/>
            <a:ext cx="2743200" cy="365125"/>
          </a:xfrm>
        </p:spPr>
        <p:txBody>
          <a:bodyPr vert="horz" lIns="91440" tIns="45720" rIns="91440" bIns="45720" rtlCol="0">
            <a:normAutofit/>
          </a:bodyPr>
          <a:lstStyle/>
          <a:p>
            <a:pPr>
              <a:spcAft>
                <a:spcPts val="600"/>
              </a:spcAft>
            </a:pPr>
            <a:fld id="{3A98EE3D-8CD1-4C3F-BD1C-C98C9596463C}" type="slidenum">
              <a:rPr lang="en-US" noProof="0" smtClean="0"/>
              <a:pPr>
                <a:spcAft>
                  <a:spcPts val="600"/>
                </a:spcAft>
              </a:pPr>
              <a:t>24</a:t>
            </a:fld>
            <a:endParaRPr lang="en-US" noProof="0"/>
          </a:p>
        </p:txBody>
      </p:sp>
      <p:grpSp>
        <p:nvGrpSpPr>
          <p:cNvPr id="44" name="Group 43">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45" name="Rectangle 44">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Content Placeholder 9" descr="A screenshot of a computer screen&#10;&#10;Description automatically generated">
            <a:extLst>
              <a:ext uri="{FF2B5EF4-FFF2-40B4-BE49-F238E27FC236}">
                <a16:creationId xmlns:a16="http://schemas.microsoft.com/office/drawing/2014/main" id="{4CA989A1-FE98-4304-1D7F-CECC231B0F5A}"/>
              </a:ext>
            </a:extLst>
          </p:cNvPr>
          <p:cNvPicPr>
            <a:picLocks noChangeAspect="1"/>
          </p:cNvPicPr>
          <p:nvPr/>
        </p:nvPicPr>
        <p:blipFill>
          <a:blip r:embed="rId2"/>
          <a:stretch>
            <a:fillRect/>
          </a:stretch>
        </p:blipFill>
        <p:spPr>
          <a:xfrm>
            <a:off x="252000" y="1360800"/>
            <a:ext cx="7494402" cy="4215600"/>
          </a:xfrm>
          <a:prstGeom prst="rect">
            <a:avLst/>
          </a:prstGeom>
        </p:spPr>
      </p:pic>
      <p:sp>
        <p:nvSpPr>
          <p:cNvPr id="3" name="Rectangle 2">
            <a:extLst>
              <a:ext uri="{FF2B5EF4-FFF2-40B4-BE49-F238E27FC236}">
                <a16:creationId xmlns:a16="http://schemas.microsoft.com/office/drawing/2014/main" id="{B4F5CA70-99A6-2058-6549-1F3C300AA1E2}"/>
              </a:ext>
            </a:extLst>
          </p:cNvPr>
          <p:cNvSpPr/>
          <p:nvPr/>
        </p:nvSpPr>
        <p:spPr>
          <a:xfrm>
            <a:off x="0" y="1"/>
            <a:ext cx="12192000" cy="842982"/>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Footer Placeholder 6">
            <a:extLst>
              <a:ext uri="{FF2B5EF4-FFF2-40B4-BE49-F238E27FC236}">
                <a16:creationId xmlns:a16="http://schemas.microsoft.com/office/drawing/2014/main" id="{21492E75-A3CA-218E-6984-67253CED012A}"/>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15363772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2C0B8-34AA-4034-D274-9876624BB65F}"/>
              </a:ext>
            </a:extLst>
          </p:cNvPr>
          <p:cNvSpPr>
            <a:spLocks noGrp="1"/>
          </p:cNvSpPr>
          <p:nvPr>
            <p:ph type="title"/>
          </p:nvPr>
        </p:nvSpPr>
        <p:spPr>
          <a:xfrm>
            <a:off x="1406920" y="234157"/>
            <a:ext cx="9734157" cy="459765"/>
          </a:xfrm>
          <a:prstGeom prst="ellipse">
            <a:avLst/>
          </a:prstGeom>
        </p:spPr>
        <p:txBody>
          <a:bodyPr vert="horz" lIns="91440" tIns="45720" rIns="91440" bIns="45720" rtlCol="0" anchor="b">
            <a:normAutofit fontScale="90000"/>
          </a:bodyPr>
          <a:lstStyle/>
          <a:p>
            <a:r>
              <a:rPr lang="en-GB" sz="2800" dirty="0"/>
              <a:t>Power BI Dashboard – Decomposition tree</a:t>
            </a:r>
            <a:endParaRPr lang="en-US" sz="2700" kern="1200" dirty="0">
              <a:latin typeface="+mj-lt"/>
              <a:ea typeface="+mj-ea"/>
              <a:cs typeface="+mj-cs"/>
            </a:endParaRPr>
          </a:p>
        </p:txBody>
      </p:sp>
      <p:sp>
        <p:nvSpPr>
          <p:cNvPr id="6" name="Slide Number Placeholder 5">
            <a:extLst>
              <a:ext uri="{FF2B5EF4-FFF2-40B4-BE49-F238E27FC236}">
                <a16:creationId xmlns:a16="http://schemas.microsoft.com/office/drawing/2014/main" id="{7C1953E6-6EFC-86B7-5602-0482B4DEC25C}"/>
              </a:ext>
            </a:extLst>
          </p:cNvPr>
          <p:cNvSpPr>
            <a:spLocks noGrp="1"/>
          </p:cNvSpPr>
          <p:nvPr>
            <p:ph type="sldNum" sz="quarter" idx="12"/>
          </p:nvPr>
        </p:nvSpPr>
        <p:spPr>
          <a:xfrm>
            <a:off x="8610600" y="6356350"/>
            <a:ext cx="2743200" cy="365125"/>
          </a:xfrm>
        </p:spPr>
        <p:txBody>
          <a:bodyPr vert="horz" lIns="91440" tIns="45720" rIns="91440" bIns="45720" rtlCol="0">
            <a:normAutofit/>
          </a:bodyPr>
          <a:lstStyle/>
          <a:p>
            <a:pPr>
              <a:spcAft>
                <a:spcPts val="600"/>
              </a:spcAft>
            </a:pPr>
            <a:fld id="{3A98EE3D-8CD1-4C3F-BD1C-C98C9596463C}" type="slidenum">
              <a:rPr lang="en-US" noProof="0" smtClean="0"/>
              <a:pPr>
                <a:spcAft>
                  <a:spcPts val="600"/>
                </a:spcAft>
              </a:pPr>
              <a:t>25</a:t>
            </a:fld>
            <a:endParaRPr lang="en-US" noProof="0"/>
          </a:p>
        </p:txBody>
      </p:sp>
      <p:grpSp>
        <p:nvGrpSpPr>
          <p:cNvPr id="44" name="Group 43">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45" name="Rectangle 44">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Content Placeholder 11">
            <a:extLst>
              <a:ext uri="{FF2B5EF4-FFF2-40B4-BE49-F238E27FC236}">
                <a16:creationId xmlns:a16="http://schemas.microsoft.com/office/drawing/2014/main" id="{6D4DBFF5-60DA-6463-9200-CBCA7D6D401B}"/>
              </a:ext>
            </a:extLst>
          </p:cNvPr>
          <p:cNvPicPr>
            <a:picLocks noChangeAspect="1"/>
          </p:cNvPicPr>
          <p:nvPr/>
        </p:nvPicPr>
        <p:blipFill>
          <a:blip r:embed="rId2"/>
          <a:stretch>
            <a:fillRect/>
          </a:stretch>
        </p:blipFill>
        <p:spPr>
          <a:xfrm>
            <a:off x="1573995" y="1076624"/>
            <a:ext cx="9044010" cy="5130665"/>
          </a:xfrm>
          <a:prstGeom prst="rect">
            <a:avLst/>
          </a:prstGeom>
        </p:spPr>
      </p:pic>
      <p:sp>
        <p:nvSpPr>
          <p:cNvPr id="3" name="Rectangle 2">
            <a:extLst>
              <a:ext uri="{FF2B5EF4-FFF2-40B4-BE49-F238E27FC236}">
                <a16:creationId xmlns:a16="http://schemas.microsoft.com/office/drawing/2014/main" id="{1CFAD21C-13E9-E813-51CB-9FB9FB1DF435}"/>
              </a:ext>
            </a:extLst>
          </p:cNvPr>
          <p:cNvSpPr/>
          <p:nvPr/>
        </p:nvSpPr>
        <p:spPr>
          <a:xfrm>
            <a:off x="0" y="1"/>
            <a:ext cx="12192000" cy="842982"/>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ooter Placeholder 4">
            <a:extLst>
              <a:ext uri="{FF2B5EF4-FFF2-40B4-BE49-F238E27FC236}">
                <a16:creationId xmlns:a16="http://schemas.microsoft.com/office/drawing/2014/main" id="{1593B6F4-9967-9EC5-BE55-6B14EF9FBC8E}"/>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29776466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2C0B8-34AA-4034-D274-9876624BB65F}"/>
              </a:ext>
            </a:extLst>
          </p:cNvPr>
          <p:cNvSpPr>
            <a:spLocks noGrp="1"/>
          </p:cNvSpPr>
          <p:nvPr>
            <p:ph type="title"/>
          </p:nvPr>
        </p:nvSpPr>
        <p:spPr>
          <a:xfrm>
            <a:off x="1406920" y="191609"/>
            <a:ext cx="9734157" cy="459765"/>
          </a:xfrm>
          <a:prstGeom prst="ellipse">
            <a:avLst/>
          </a:prstGeom>
        </p:spPr>
        <p:txBody>
          <a:bodyPr vert="horz" lIns="91440" tIns="45720" rIns="91440" bIns="45720" rtlCol="0" anchor="b">
            <a:normAutofit fontScale="90000"/>
          </a:bodyPr>
          <a:lstStyle/>
          <a:p>
            <a:r>
              <a:rPr lang="en-US" sz="2800" kern="1200" dirty="0">
                <a:latin typeface="+mj-lt"/>
                <a:ea typeface="+mj-ea"/>
                <a:cs typeface="+mj-cs"/>
              </a:rPr>
              <a:t>Power BI Dashboard – Summary table</a:t>
            </a:r>
            <a:endParaRPr lang="en-US" sz="2700" kern="1200" dirty="0">
              <a:latin typeface="+mj-lt"/>
              <a:ea typeface="+mj-ea"/>
              <a:cs typeface="+mj-cs"/>
            </a:endParaRPr>
          </a:p>
        </p:txBody>
      </p:sp>
      <p:sp>
        <p:nvSpPr>
          <p:cNvPr id="6" name="Slide Number Placeholder 5">
            <a:extLst>
              <a:ext uri="{FF2B5EF4-FFF2-40B4-BE49-F238E27FC236}">
                <a16:creationId xmlns:a16="http://schemas.microsoft.com/office/drawing/2014/main" id="{7C1953E6-6EFC-86B7-5602-0482B4DEC25C}"/>
              </a:ext>
            </a:extLst>
          </p:cNvPr>
          <p:cNvSpPr>
            <a:spLocks noGrp="1"/>
          </p:cNvSpPr>
          <p:nvPr>
            <p:ph type="sldNum" sz="quarter" idx="12"/>
          </p:nvPr>
        </p:nvSpPr>
        <p:spPr>
          <a:xfrm>
            <a:off x="8610600" y="6356350"/>
            <a:ext cx="2743200" cy="365125"/>
          </a:xfrm>
        </p:spPr>
        <p:txBody>
          <a:bodyPr vert="horz" lIns="91440" tIns="45720" rIns="91440" bIns="45720" rtlCol="0">
            <a:normAutofit/>
          </a:bodyPr>
          <a:lstStyle/>
          <a:p>
            <a:pPr>
              <a:spcAft>
                <a:spcPts val="600"/>
              </a:spcAft>
            </a:pPr>
            <a:fld id="{3A98EE3D-8CD1-4C3F-BD1C-C98C9596463C}" type="slidenum">
              <a:rPr lang="en-US" noProof="0" smtClean="0"/>
              <a:pPr>
                <a:spcAft>
                  <a:spcPts val="600"/>
                </a:spcAft>
              </a:pPr>
              <a:t>26</a:t>
            </a:fld>
            <a:endParaRPr lang="en-US" noProof="0"/>
          </a:p>
        </p:txBody>
      </p:sp>
      <p:grpSp>
        <p:nvGrpSpPr>
          <p:cNvPr id="44" name="Group 43">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45" name="Rectangle 44">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Content Placeholder 10">
            <a:extLst>
              <a:ext uri="{FF2B5EF4-FFF2-40B4-BE49-F238E27FC236}">
                <a16:creationId xmlns:a16="http://schemas.microsoft.com/office/drawing/2014/main" id="{5877EB82-26AE-7F97-DDB8-400D01D93F86}"/>
              </a:ext>
            </a:extLst>
          </p:cNvPr>
          <p:cNvPicPr>
            <a:picLocks noChangeAspect="1"/>
          </p:cNvPicPr>
          <p:nvPr/>
        </p:nvPicPr>
        <p:blipFill>
          <a:blip r:embed="rId2"/>
          <a:stretch>
            <a:fillRect/>
          </a:stretch>
        </p:blipFill>
        <p:spPr>
          <a:xfrm>
            <a:off x="1344201" y="1010578"/>
            <a:ext cx="9503598" cy="5345772"/>
          </a:xfrm>
          <a:prstGeom prst="rect">
            <a:avLst/>
          </a:prstGeom>
        </p:spPr>
      </p:pic>
      <p:sp>
        <p:nvSpPr>
          <p:cNvPr id="4" name="Rectangle 3">
            <a:extLst>
              <a:ext uri="{FF2B5EF4-FFF2-40B4-BE49-F238E27FC236}">
                <a16:creationId xmlns:a16="http://schemas.microsoft.com/office/drawing/2014/main" id="{DEB10CBC-23B9-AC48-935D-6B62123888E2}"/>
              </a:ext>
            </a:extLst>
          </p:cNvPr>
          <p:cNvSpPr/>
          <p:nvPr/>
        </p:nvSpPr>
        <p:spPr>
          <a:xfrm>
            <a:off x="0" y="1"/>
            <a:ext cx="12192000" cy="842982"/>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Footer Placeholder 6">
            <a:extLst>
              <a:ext uri="{FF2B5EF4-FFF2-40B4-BE49-F238E27FC236}">
                <a16:creationId xmlns:a16="http://schemas.microsoft.com/office/drawing/2014/main" id="{78F8C37D-80C0-61E2-06F0-BFBA762617AB}"/>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23034947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C98AB2-3986-7245-34FF-5CD74128A9B6}"/>
              </a:ext>
            </a:extLst>
          </p:cNvPr>
          <p:cNvSpPr/>
          <p:nvPr/>
        </p:nvSpPr>
        <p:spPr>
          <a:xfrm>
            <a:off x="0" y="6356351"/>
            <a:ext cx="12192000" cy="5016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useBgFill="1">
        <p:nvSpPr>
          <p:cNvPr id="28" name="Slide background fill">
            <a:extLst>
              <a:ext uri="{FF2B5EF4-FFF2-40B4-BE49-F238E27FC236}">
                <a16:creationId xmlns:a16="http://schemas.microsoft.com/office/drawing/2014/main" id="{8DF67618-B87B-4195-8E24-3B126F79F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Color 2">
            <a:extLst>
              <a:ext uri="{FF2B5EF4-FFF2-40B4-BE49-F238E27FC236}">
                <a16:creationId xmlns:a16="http://schemas.microsoft.com/office/drawing/2014/main" id="{64960379-9FF9-400A-A8A8-F5AB633FD3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a:extLst>
              <a:ext uri="{FF2B5EF4-FFF2-40B4-BE49-F238E27FC236}">
                <a16:creationId xmlns:a16="http://schemas.microsoft.com/office/drawing/2014/main" id="{2C491629-AE25-486B-9B22-2CE4EE8F7E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218159" cy="6858000"/>
            <a:chOff x="651279" y="598259"/>
            <a:chExt cx="10889442" cy="5680742"/>
          </a:xfrm>
        </p:grpSpPr>
        <p:sp>
          <p:nvSpPr>
            <p:cNvPr id="17" name="Color">
              <a:extLst>
                <a:ext uri="{FF2B5EF4-FFF2-40B4-BE49-F238E27FC236}">
                  <a16:creationId xmlns:a16="http://schemas.microsoft.com/office/drawing/2014/main" id="{590EB173-7DC2-4BE8-BC08-19BC09DBD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Color">
              <a:extLst>
                <a:ext uri="{FF2B5EF4-FFF2-40B4-BE49-F238E27FC236}">
                  <a16:creationId xmlns:a16="http://schemas.microsoft.com/office/drawing/2014/main" id="{0731E2C9-2CF0-48B4-9CEA-35B2199AF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0" name="Group 19">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1" name="Freeform: Shape 20">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1737298F-B272-4BC5-BFF2-053334392B37}"/>
              </a:ext>
            </a:extLst>
          </p:cNvPr>
          <p:cNvSpPr>
            <a:spLocks noGrp="1"/>
          </p:cNvSpPr>
          <p:nvPr>
            <p:ph type="title"/>
          </p:nvPr>
        </p:nvSpPr>
        <p:spPr>
          <a:xfrm>
            <a:off x="786385" y="841248"/>
            <a:ext cx="5129600" cy="5340097"/>
          </a:xfrm>
        </p:spPr>
        <p:txBody>
          <a:bodyPr rtlCol="0" anchor="ctr">
            <a:normAutofit/>
          </a:bodyPr>
          <a:lstStyle/>
          <a:p>
            <a:pPr rtl="0"/>
            <a:r>
              <a:rPr lang="en-GB" sz="4800" dirty="0">
                <a:solidFill>
                  <a:schemeClr val="bg1"/>
                </a:solidFill>
              </a:rPr>
              <a:t>Project Flow – Phase 3 – Predictive modelling</a:t>
            </a:r>
          </a:p>
        </p:txBody>
      </p:sp>
      <p:sp>
        <p:nvSpPr>
          <p:cNvPr id="6" name="Slide Number Placeholder 5">
            <a:extLst>
              <a:ext uri="{FF2B5EF4-FFF2-40B4-BE49-F238E27FC236}">
                <a16:creationId xmlns:a16="http://schemas.microsoft.com/office/drawing/2014/main" id="{C6B37ACF-49F1-45AA-BB16-6A58A160FF3D}"/>
              </a:ext>
            </a:extLst>
          </p:cNvPr>
          <p:cNvSpPr>
            <a:spLocks noGrp="1"/>
          </p:cNvSpPr>
          <p:nvPr>
            <p:ph type="sldNum" sz="quarter" idx="12"/>
          </p:nvPr>
        </p:nvSpPr>
        <p:spPr>
          <a:xfrm>
            <a:off x="11548872" y="6217920"/>
            <a:ext cx="640080" cy="640080"/>
          </a:xfrm>
        </p:spPr>
        <p:txBody>
          <a:bodyPr rtlCol="0">
            <a:normAutofit/>
          </a:bodyPr>
          <a:lstStyle/>
          <a:p>
            <a:pPr algn="ctr" rtl="0">
              <a:spcAft>
                <a:spcPts val="600"/>
              </a:spcAft>
            </a:pPr>
            <a:fld id="{3A98EE3D-8CD1-4C3F-BD1C-C98C9596463C}" type="slidenum">
              <a:rPr lang="en-GB" sz="1600">
                <a:solidFill>
                  <a:schemeClr val="tx2"/>
                </a:solidFill>
              </a:rPr>
              <a:pPr algn="ctr" rtl="0">
                <a:spcAft>
                  <a:spcPts val="600"/>
                </a:spcAft>
              </a:pPr>
              <a:t>27</a:t>
            </a:fld>
            <a:endParaRPr lang="en-GB" sz="1600">
              <a:solidFill>
                <a:schemeClr val="tx2"/>
              </a:solidFill>
            </a:endParaRPr>
          </a:p>
        </p:txBody>
      </p:sp>
      <p:graphicFrame>
        <p:nvGraphicFramePr>
          <p:cNvPr id="7" name="Content Placeholder 3" descr="Timeline placeholder ">
            <a:extLst>
              <a:ext uri="{FF2B5EF4-FFF2-40B4-BE49-F238E27FC236}">
                <a16:creationId xmlns:a16="http://schemas.microsoft.com/office/drawing/2014/main" id="{F78E5D95-BEAB-4D62-BE19-18BB49582E2B}"/>
              </a:ext>
            </a:extLst>
          </p:cNvPr>
          <p:cNvGraphicFramePr>
            <a:graphicFrameLocks noGrp="1"/>
          </p:cNvGraphicFramePr>
          <p:nvPr>
            <p:ph idx="1"/>
            <p:extLst>
              <p:ext uri="{D42A27DB-BD31-4B8C-83A1-F6EECF244321}">
                <p14:modId xmlns:p14="http://schemas.microsoft.com/office/powerpoint/2010/main" val="2500202124"/>
              </p:ext>
            </p:extLst>
          </p:nvPr>
        </p:nvGraphicFramePr>
        <p:xfrm>
          <a:off x="6536210" y="146046"/>
          <a:ext cx="5157025" cy="64856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530225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57D60-8222-6C0C-61B5-7B609D69568F}"/>
              </a:ext>
            </a:extLst>
          </p:cNvPr>
          <p:cNvSpPr>
            <a:spLocks noGrp="1"/>
          </p:cNvSpPr>
          <p:nvPr>
            <p:ph type="title"/>
          </p:nvPr>
        </p:nvSpPr>
        <p:spPr>
          <a:xfrm>
            <a:off x="2335285" y="172956"/>
            <a:ext cx="7521429" cy="934285"/>
          </a:xfrm>
        </p:spPr>
        <p:txBody>
          <a:bodyPr>
            <a:normAutofit fontScale="90000"/>
          </a:bodyPr>
          <a:lstStyle/>
          <a:p>
            <a:pPr algn="ctr"/>
            <a:r>
              <a:rPr lang="en-GB" dirty="0"/>
              <a:t>Binary Logistic Regression model</a:t>
            </a:r>
          </a:p>
        </p:txBody>
      </p:sp>
      <p:sp>
        <p:nvSpPr>
          <p:cNvPr id="15" name="Rectangle 14">
            <a:extLst>
              <a:ext uri="{FF2B5EF4-FFF2-40B4-BE49-F238E27FC236}">
                <a16:creationId xmlns:a16="http://schemas.microsoft.com/office/drawing/2014/main" id="{E18046E7-E54B-76D6-9F26-E8CEBE98B787}"/>
              </a:ext>
            </a:extLst>
          </p:cNvPr>
          <p:cNvSpPr/>
          <p:nvPr/>
        </p:nvSpPr>
        <p:spPr>
          <a:xfrm>
            <a:off x="0" y="0"/>
            <a:ext cx="12192000" cy="1107241"/>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Content Placeholder 7">
            <a:extLst>
              <a:ext uri="{FF2B5EF4-FFF2-40B4-BE49-F238E27FC236}">
                <a16:creationId xmlns:a16="http://schemas.microsoft.com/office/drawing/2014/main" id="{7172FC82-0F32-7FDC-3199-6D6958052AD5}"/>
              </a:ext>
            </a:extLst>
          </p:cNvPr>
          <p:cNvPicPr>
            <a:picLocks noGrp="1" noChangeAspect="1"/>
          </p:cNvPicPr>
          <p:nvPr>
            <p:ph idx="1"/>
          </p:nvPr>
        </p:nvPicPr>
        <p:blipFill>
          <a:blip r:embed="rId2"/>
          <a:stretch>
            <a:fillRect/>
          </a:stretch>
        </p:blipFill>
        <p:spPr>
          <a:xfrm>
            <a:off x="1030347" y="1992697"/>
            <a:ext cx="3320281" cy="1694917"/>
          </a:xfrm>
          <a:ln>
            <a:solidFill>
              <a:schemeClr val="tx1"/>
            </a:solidFill>
          </a:ln>
        </p:spPr>
      </p:pic>
      <p:sp>
        <p:nvSpPr>
          <p:cNvPr id="6" name="Slide Number Placeholder 5">
            <a:extLst>
              <a:ext uri="{FF2B5EF4-FFF2-40B4-BE49-F238E27FC236}">
                <a16:creationId xmlns:a16="http://schemas.microsoft.com/office/drawing/2014/main" id="{D3D2B610-0F11-11E0-BC9D-73232552CEBA}"/>
              </a:ext>
            </a:extLst>
          </p:cNvPr>
          <p:cNvSpPr>
            <a:spLocks noGrp="1"/>
          </p:cNvSpPr>
          <p:nvPr>
            <p:ph type="sldNum" sz="quarter" idx="12"/>
          </p:nvPr>
        </p:nvSpPr>
        <p:spPr/>
        <p:txBody>
          <a:bodyPr/>
          <a:lstStyle/>
          <a:p>
            <a:pPr rtl="0"/>
            <a:fld id="{3A98EE3D-8CD1-4C3F-BD1C-C98C9596463C}" type="slidenum">
              <a:rPr lang="en-GB" noProof="0" smtClean="0"/>
              <a:t>28</a:t>
            </a:fld>
            <a:endParaRPr lang="en-GB" noProof="0"/>
          </a:p>
        </p:txBody>
      </p:sp>
      <p:pic>
        <p:nvPicPr>
          <p:cNvPr id="10" name="Picture 9">
            <a:extLst>
              <a:ext uri="{FF2B5EF4-FFF2-40B4-BE49-F238E27FC236}">
                <a16:creationId xmlns:a16="http://schemas.microsoft.com/office/drawing/2014/main" id="{C3481FB6-C9FC-37BB-DBCA-3F50AC8A4DBE}"/>
              </a:ext>
            </a:extLst>
          </p:cNvPr>
          <p:cNvPicPr>
            <a:picLocks noChangeAspect="1"/>
          </p:cNvPicPr>
          <p:nvPr/>
        </p:nvPicPr>
        <p:blipFill>
          <a:blip r:embed="rId3"/>
          <a:stretch>
            <a:fillRect/>
          </a:stretch>
        </p:blipFill>
        <p:spPr>
          <a:xfrm>
            <a:off x="1030347" y="4534801"/>
            <a:ext cx="3320281" cy="1727864"/>
          </a:xfrm>
          <a:prstGeom prst="rect">
            <a:avLst/>
          </a:prstGeom>
          <a:ln>
            <a:solidFill>
              <a:schemeClr val="tx1"/>
            </a:solidFill>
          </a:ln>
        </p:spPr>
      </p:pic>
      <p:sp>
        <p:nvSpPr>
          <p:cNvPr id="11" name="Content Placeholder 3">
            <a:extLst>
              <a:ext uri="{FF2B5EF4-FFF2-40B4-BE49-F238E27FC236}">
                <a16:creationId xmlns:a16="http://schemas.microsoft.com/office/drawing/2014/main" id="{2DC61F4A-BA8C-B671-D4A8-F7DAD60DBA85}"/>
              </a:ext>
            </a:extLst>
          </p:cNvPr>
          <p:cNvSpPr txBox="1">
            <a:spLocks/>
          </p:cNvSpPr>
          <p:nvPr/>
        </p:nvSpPr>
        <p:spPr>
          <a:xfrm>
            <a:off x="4581236" y="3462962"/>
            <a:ext cx="7217829" cy="2993441"/>
          </a:xfrm>
          <a:prstGeom prst="rect">
            <a:avLst/>
          </a:prstGeom>
          <a:ln>
            <a:solidFill>
              <a:schemeClr val="tx1"/>
            </a:solidFill>
          </a:ln>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Process:</a:t>
            </a:r>
          </a:p>
          <a:p>
            <a:r>
              <a:rPr lang="en-GB" dirty="0"/>
              <a:t>Run the model on both the test and train datasets. </a:t>
            </a:r>
          </a:p>
          <a:p>
            <a:r>
              <a:rPr lang="en-GB" dirty="0"/>
              <a:t>Generate the ROC curve and compare both outputs. In this case they both seem close.</a:t>
            </a:r>
          </a:p>
          <a:p>
            <a:r>
              <a:rPr lang="en-GB" dirty="0"/>
              <a:t>Get the AUC result, which is 85% for the training set and 80% for the test set. This is a good result.</a:t>
            </a:r>
          </a:p>
          <a:p>
            <a:r>
              <a:rPr lang="en-GB" dirty="0"/>
              <a:t>Get  the best threshold, which is 0.21</a:t>
            </a:r>
          </a:p>
          <a:p>
            <a:r>
              <a:rPr lang="en-GB" dirty="0"/>
              <a:t>Generate a confusion matrix for both the test and train data sets.</a:t>
            </a:r>
          </a:p>
          <a:p>
            <a:pPr lvl="1"/>
            <a:r>
              <a:rPr lang="en-GB" dirty="0"/>
              <a:t>Training BLR model performance: Sensitivity is 77% and accuracy is 79%</a:t>
            </a:r>
          </a:p>
          <a:p>
            <a:pPr lvl="1"/>
            <a:r>
              <a:rPr lang="en-GB" dirty="0"/>
              <a:t>Testing BLR model performance: Sensitivity is 79% and accuracy is 78%</a:t>
            </a:r>
          </a:p>
          <a:p>
            <a:r>
              <a:rPr lang="en-GB" dirty="0"/>
              <a:t>This model has performed well and could be used for the predictions.</a:t>
            </a:r>
          </a:p>
          <a:p>
            <a:endParaRPr lang="en-GB" dirty="0"/>
          </a:p>
        </p:txBody>
      </p:sp>
      <p:sp>
        <p:nvSpPr>
          <p:cNvPr id="12" name="TextBox 11">
            <a:extLst>
              <a:ext uri="{FF2B5EF4-FFF2-40B4-BE49-F238E27FC236}">
                <a16:creationId xmlns:a16="http://schemas.microsoft.com/office/drawing/2014/main" id="{A786C608-D9FA-0FD9-CA7B-FF59B7BEBE81}"/>
              </a:ext>
            </a:extLst>
          </p:cNvPr>
          <p:cNvSpPr txBox="1"/>
          <p:nvPr/>
        </p:nvSpPr>
        <p:spPr>
          <a:xfrm>
            <a:off x="1657800" y="1647004"/>
            <a:ext cx="2065374" cy="369332"/>
          </a:xfrm>
          <a:prstGeom prst="rect">
            <a:avLst/>
          </a:prstGeom>
          <a:noFill/>
        </p:spPr>
        <p:txBody>
          <a:bodyPr wrap="none" rtlCol="0">
            <a:spAutoFit/>
          </a:bodyPr>
          <a:lstStyle/>
          <a:p>
            <a:r>
              <a:rPr lang="en-GB" dirty="0"/>
              <a:t>Training ROC curve</a:t>
            </a:r>
          </a:p>
        </p:txBody>
      </p:sp>
      <p:sp>
        <p:nvSpPr>
          <p:cNvPr id="13" name="TextBox 12">
            <a:extLst>
              <a:ext uri="{FF2B5EF4-FFF2-40B4-BE49-F238E27FC236}">
                <a16:creationId xmlns:a16="http://schemas.microsoft.com/office/drawing/2014/main" id="{EC1EFC09-7342-326F-FAC3-E3DD12E4CFC1}"/>
              </a:ext>
            </a:extLst>
          </p:cNvPr>
          <p:cNvSpPr txBox="1"/>
          <p:nvPr/>
        </p:nvSpPr>
        <p:spPr>
          <a:xfrm>
            <a:off x="1695150" y="4170043"/>
            <a:ext cx="1990673" cy="369332"/>
          </a:xfrm>
          <a:prstGeom prst="rect">
            <a:avLst/>
          </a:prstGeom>
          <a:noFill/>
        </p:spPr>
        <p:txBody>
          <a:bodyPr wrap="none" rtlCol="0">
            <a:spAutoFit/>
          </a:bodyPr>
          <a:lstStyle/>
          <a:p>
            <a:r>
              <a:rPr lang="en-GB" dirty="0"/>
              <a:t>Testing ROC curve</a:t>
            </a:r>
          </a:p>
        </p:txBody>
      </p:sp>
      <p:sp>
        <p:nvSpPr>
          <p:cNvPr id="14" name="TextBox 13">
            <a:extLst>
              <a:ext uri="{FF2B5EF4-FFF2-40B4-BE49-F238E27FC236}">
                <a16:creationId xmlns:a16="http://schemas.microsoft.com/office/drawing/2014/main" id="{EB7603FB-0999-AAA7-E21E-24BD768AD73A}"/>
              </a:ext>
            </a:extLst>
          </p:cNvPr>
          <p:cNvSpPr txBox="1"/>
          <p:nvPr/>
        </p:nvSpPr>
        <p:spPr>
          <a:xfrm>
            <a:off x="5002889" y="1280197"/>
            <a:ext cx="6254837" cy="2031325"/>
          </a:xfrm>
          <a:prstGeom prst="rect">
            <a:avLst/>
          </a:prstGeom>
          <a:noFill/>
        </p:spPr>
        <p:txBody>
          <a:bodyPr wrap="square" rtlCol="0">
            <a:spAutoFit/>
          </a:bodyPr>
          <a:lstStyle/>
          <a:p>
            <a:pPr algn="ctr"/>
            <a:r>
              <a:rPr lang="en-GB" dirty="0"/>
              <a:t>With Binary Logistic Regression, it is possible to model the relationship between a set of independent variables and a binary dependant variable. It is particularly useful when the dependant variable is dichotomous. </a:t>
            </a:r>
          </a:p>
          <a:p>
            <a:pPr algn="ctr"/>
            <a:r>
              <a:rPr lang="en-GB" dirty="0"/>
              <a:t>Here we can build a model that will help predict the number of staff likely to churn based on significant independent variables.</a:t>
            </a:r>
          </a:p>
        </p:txBody>
      </p:sp>
      <p:sp>
        <p:nvSpPr>
          <p:cNvPr id="4" name="Footer Placeholder 3">
            <a:extLst>
              <a:ext uri="{FF2B5EF4-FFF2-40B4-BE49-F238E27FC236}">
                <a16:creationId xmlns:a16="http://schemas.microsoft.com/office/drawing/2014/main" id="{F5A15DB7-BCE9-41C6-C772-8DF148000572}"/>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586354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57D60-8222-6C0C-61B5-7B609D69568F}"/>
              </a:ext>
            </a:extLst>
          </p:cNvPr>
          <p:cNvSpPr>
            <a:spLocks noGrp="1"/>
          </p:cNvSpPr>
          <p:nvPr>
            <p:ph type="title"/>
          </p:nvPr>
        </p:nvSpPr>
        <p:spPr>
          <a:xfrm>
            <a:off x="2698127" y="136525"/>
            <a:ext cx="6467375" cy="934285"/>
          </a:xfrm>
        </p:spPr>
        <p:txBody>
          <a:bodyPr/>
          <a:lstStyle/>
          <a:p>
            <a:pPr algn="ctr"/>
            <a:r>
              <a:rPr lang="en-GB" dirty="0"/>
              <a:t>Naïve Bayes model</a:t>
            </a:r>
          </a:p>
        </p:txBody>
      </p:sp>
      <p:sp>
        <p:nvSpPr>
          <p:cNvPr id="6" name="Slide Number Placeholder 5">
            <a:extLst>
              <a:ext uri="{FF2B5EF4-FFF2-40B4-BE49-F238E27FC236}">
                <a16:creationId xmlns:a16="http://schemas.microsoft.com/office/drawing/2014/main" id="{D3D2B610-0F11-11E0-BC9D-73232552CEBA}"/>
              </a:ext>
            </a:extLst>
          </p:cNvPr>
          <p:cNvSpPr>
            <a:spLocks noGrp="1"/>
          </p:cNvSpPr>
          <p:nvPr>
            <p:ph type="sldNum" sz="quarter" idx="12"/>
          </p:nvPr>
        </p:nvSpPr>
        <p:spPr/>
        <p:txBody>
          <a:bodyPr/>
          <a:lstStyle/>
          <a:p>
            <a:pPr rtl="0"/>
            <a:fld id="{3A98EE3D-8CD1-4C3F-BD1C-C98C9596463C}" type="slidenum">
              <a:rPr lang="en-GB" noProof="0" smtClean="0"/>
              <a:t>29</a:t>
            </a:fld>
            <a:endParaRPr lang="en-GB" noProof="0"/>
          </a:p>
        </p:txBody>
      </p:sp>
      <p:sp>
        <p:nvSpPr>
          <p:cNvPr id="11" name="Content Placeholder 3">
            <a:extLst>
              <a:ext uri="{FF2B5EF4-FFF2-40B4-BE49-F238E27FC236}">
                <a16:creationId xmlns:a16="http://schemas.microsoft.com/office/drawing/2014/main" id="{2DC61F4A-BA8C-B671-D4A8-F7DAD60DBA85}"/>
              </a:ext>
            </a:extLst>
          </p:cNvPr>
          <p:cNvSpPr txBox="1">
            <a:spLocks/>
          </p:cNvSpPr>
          <p:nvPr/>
        </p:nvSpPr>
        <p:spPr>
          <a:xfrm>
            <a:off x="6602931" y="3504306"/>
            <a:ext cx="5076450" cy="2553095"/>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800" dirty="0"/>
              <a:t>Process:</a:t>
            </a:r>
          </a:p>
          <a:p>
            <a:r>
              <a:rPr lang="en-GB" sz="1800" dirty="0"/>
              <a:t>Get the AUC result, which is 77%.</a:t>
            </a:r>
          </a:p>
          <a:p>
            <a:r>
              <a:rPr lang="en-GB" sz="1800" dirty="0"/>
              <a:t>Generate a confusion matrix for the test data set.</a:t>
            </a:r>
          </a:p>
          <a:p>
            <a:pPr lvl="1"/>
            <a:r>
              <a:rPr lang="en-GB" sz="1600" dirty="0"/>
              <a:t>Model performance: Sensitivity is 64% and accuracy is 74%</a:t>
            </a:r>
          </a:p>
          <a:p>
            <a:r>
              <a:rPr lang="en-GB" sz="1800" dirty="0"/>
              <a:t>This model has not performed as well as the BLR model.</a:t>
            </a:r>
          </a:p>
          <a:p>
            <a:endParaRPr lang="en-GB" sz="1800" dirty="0"/>
          </a:p>
        </p:txBody>
      </p:sp>
      <p:sp>
        <p:nvSpPr>
          <p:cNvPr id="12" name="TextBox 11">
            <a:extLst>
              <a:ext uri="{FF2B5EF4-FFF2-40B4-BE49-F238E27FC236}">
                <a16:creationId xmlns:a16="http://schemas.microsoft.com/office/drawing/2014/main" id="{A786C608-D9FA-0FD9-CA7B-FF59B7BEBE81}"/>
              </a:ext>
            </a:extLst>
          </p:cNvPr>
          <p:cNvSpPr txBox="1"/>
          <p:nvPr/>
        </p:nvSpPr>
        <p:spPr>
          <a:xfrm>
            <a:off x="2135052" y="3139014"/>
            <a:ext cx="2545953" cy="369332"/>
          </a:xfrm>
          <a:prstGeom prst="rect">
            <a:avLst/>
          </a:prstGeom>
          <a:noFill/>
        </p:spPr>
        <p:txBody>
          <a:bodyPr wrap="none" rtlCol="0">
            <a:spAutoFit/>
          </a:bodyPr>
          <a:lstStyle/>
          <a:p>
            <a:r>
              <a:rPr lang="en-GB" dirty="0"/>
              <a:t>Naïve Bayes ROC Curve</a:t>
            </a:r>
          </a:p>
        </p:txBody>
      </p:sp>
      <p:pic>
        <p:nvPicPr>
          <p:cNvPr id="4" name="Picture 3">
            <a:extLst>
              <a:ext uri="{FF2B5EF4-FFF2-40B4-BE49-F238E27FC236}">
                <a16:creationId xmlns:a16="http://schemas.microsoft.com/office/drawing/2014/main" id="{46D96B32-34F5-6C5C-3713-9A47EC726A29}"/>
              </a:ext>
            </a:extLst>
          </p:cNvPr>
          <p:cNvPicPr>
            <a:picLocks noChangeAspect="1"/>
          </p:cNvPicPr>
          <p:nvPr/>
        </p:nvPicPr>
        <p:blipFill>
          <a:blip r:embed="rId2"/>
          <a:stretch>
            <a:fillRect/>
          </a:stretch>
        </p:blipFill>
        <p:spPr>
          <a:xfrm>
            <a:off x="861227" y="3508346"/>
            <a:ext cx="5049781" cy="2642197"/>
          </a:xfrm>
          <a:prstGeom prst="rect">
            <a:avLst/>
          </a:prstGeom>
          <a:ln>
            <a:solidFill>
              <a:schemeClr val="tx1"/>
            </a:solidFill>
          </a:ln>
        </p:spPr>
      </p:pic>
      <p:sp>
        <p:nvSpPr>
          <p:cNvPr id="9" name="TextBox 8">
            <a:extLst>
              <a:ext uri="{FF2B5EF4-FFF2-40B4-BE49-F238E27FC236}">
                <a16:creationId xmlns:a16="http://schemas.microsoft.com/office/drawing/2014/main" id="{17FBC457-7D7A-8EB1-E65D-7DDE0CB46429}"/>
              </a:ext>
            </a:extLst>
          </p:cNvPr>
          <p:cNvSpPr txBox="1"/>
          <p:nvPr/>
        </p:nvSpPr>
        <p:spPr>
          <a:xfrm>
            <a:off x="861228" y="1107242"/>
            <a:ext cx="10300426" cy="1754326"/>
          </a:xfrm>
          <a:prstGeom prst="rect">
            <a:avLst/>
          </a:prstGeom>
          <a:noFill/>
        </p:spPr>
        <p:txBody>
          <a:bodyPr wrap="square" rtlCol="0">
            <a:spAutoFit/>
          </a:bodyPr>
          <a:lstStyle/>
          <a:p>
            <a:r>
              <a:rPr lang="en-GB" dirty="0"/>
              <a:t>Naïve Bayes classifier is a supervised machine learning algorithm that is used for classification tasks. It is based on Bayes Theorem and is one of the simplest supervised learning algorithms. </a:t>
            </a:r>
          </a:p>
          <a:p>
            <a:r>
              <a:rPr lang="en-GB" dirty="0"/>
              <a:t>Naïve bayes is highly accurate and quick on large datasets. </a:t>
            </a:r>
          </a:p>
          <a:p>
            <a:r>
              <a:rPr lang="en-GB" dirty="0"/>
              <a:t>Naïve bayes explains the conditional probability of each set of possible causes for a given observed outcome which can be computed from the knowledge of the probability of each cause and the conditional probability of the outcome of each cause.</a:t>
            </a:r>
          </a:p>
        </p:txBody>
      </p:sp>
      <p:sp>
        <p:nvSpPr>
          <p:cNvPr id="14" name="Rectangle 13">
            <a:extLst>
              <a:ext uri="{FF2B5EF4-FFF2-40B4-BE49-F238E27FC236}">
                <a16:creationId xmlns:a16="http://schemas.microsoft.com/office/drawing/2014/main" id="{45A91F3D-D33F-F16B-56B1-EB3EEC93368B}"/>
              </a:ext>
            </a:extLst>
          </p:cNvPr>
          <p:cNvSpPr/>
          <p:nvPr/>
        </p:nvSpPr>
        <p:spPr>
          <a:xfrm>
            <a:off x="0" y="0"/>
            <a:ext cx="12192000" cy="1107241"/>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ooter Placeholder 4">
            <a:extLst>
              <a:ext uri="{FF2B5EF4-FFF2-40B4-BE49-F238E27FC236}">
                <a16:creationId xmlns:a16="http://schemas.microsoft.com/office/drawing/2014/main" id="{7CF55C5A-9035-BFF5-1420-F3D6C8FFD8CF}"/>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32474262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57D60-8222-6C0C-61B5-7B609D69568F}"/>
              </a:ext>
            </a:extLst>
          </p:cNvPr>
          <p:cNvSpPr>
            <a:spLocks noGrp="1"/>
          </p:cNvSpPr>
          <p:nvPr>
            <p:ph type="title"/>
          </p:nvPr>
        </p:nvSpPr>
        <p:spPr>
          <a:xfrm>
            <a:off x="2698127" y="136525"/>
            <a:ext cx="6467375" cy="934285"/>
          </a:xfrm>
        </p:spPr>
        <p:txBody>
          <a:bodyPr/>
          <a:lstStyle/>
          <a:p>
            <a:pPr algn="ctr"/>
            <a:r>
              <a:rPr lang="en-GB" dirty="0"/>
              <a:t>Support Vector Machines</a:t>
            </a:r>
          </a:p>
        </p:txBody>
      </p:sp>
      <p:sp>
        <p:nvSpPr>
          <p:cNvPr id="6" name="Slide Number Placeholder 5">
            <a:extLst>
              <a:ext uri="{FF2B5EF4-FFF2-40B4-BE49-F238E27FC236}">
                <a16:creationId xmlns:a16="http://schemas.microsoft.com/office/drawing/2014/main" id="{D3D2B610-0F11-11E0-BC9D-73232552CEBA}"/>
              </a:ext>
            </a:extLst>
          </p:cNvPr>
          <p:cNvSpPr>
            <a:spLocks noGrp="1"/>
          </p:cNvSpPr>
          <p:nvPr>
            <p:ph type="sldNum" sz="quarter" idx="12"/>
          </p:nvPr>
        </p:nvSpPr>
        <p:spPr/>
        <p:txBody>
          <a:bodyPr/>
          <a:lstStyle/>
          <a:p>
            <a:pPr rtl="0"/>
            <a:fld id="{3A98EE3D-8CD1-4C3F-BD1C-C98C9596463C}" type="slidenum">
              <a:rPr lang="en-GB" noProof="0" smtClean="0"/>
              <a:t>30</a:t>
            </a:fld>
            <a:endParaRPr lang="en-GB" noProof="0"/>
          </a:p>
        </p:txBody>
      </p:sp>
      <p:sp>
        <p:nvSpPr>
          <p:cNvPr id="11" name="Content Placeholder 3">
            <a:extLst>
              <a:ext uri="{FF2B5EF4-FFF2-40B4-BE49-F238E27FC236}">
                <a16:creationId xmlns:a16="http://schemas.microsoft.com/office/drawing/2014/main" id="{2DC61F4A-BA8C-B671-D4A8-F7DAD60DBA85}"/>
              </a:ext>
            </a:extLst>
          </p:cNvPr>
          <p:cNvSpPr txBox="1">
            <a:spLocks/>
          </p:cNvSpPr>
          <p:nvPr/>
        </p:nvSpPr>
        <p:spPr>
          <a:xfrm>
            <a:off x="6602931" y="3558096"/>
            <a:ext cx="5076450" cy="2553095"/>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800" dirty="0"/>
              <a:t>Process:</a:t>
            </a:r>
          </a:p>
          <a:p>
            <a:r>
              <a:rPr lang="en-GB" sz="1800" dirty="0"/>
              <a:t>Get the AUC result, which is 82%.</a:t>
            </a:r>
          </a:p>
          <a:p>
            <a:r>
              <a:rPr lang="en-GB" sz="1800" dirty="0"/>
              <a:t>Generate a confusion matrix for the test data set.</a:t>
            </a:r>
          </a:p>
          <a:p>
            <a:pPr lvl="1"/>
            <a:r>
              <a:rPr lang="en-GB" sz="1600" dirty="0"/>
              <a:t>Model performance: Sensitivity is 43% and accuracy is 81%</a:t>
            </a:r>
          </a:p>
          <a:p>
            <a:r>
              <a:rPr lang="en-GB" sz="1800" dirty="0"/>
              <a:t>This model has not performed as well as the BLR or Naïve Bayes models.</a:t>
            </a:r>
          </a:p>
          <a:p>
            <a:endParaRPr lang="en-GB" sz="1800" dirty="0"/>
          </a:p>
        </p:txBody>
      </p:sp>
      <p:sp>
        <p:nvSpPr>
          <p:cNvPr id="12" name="TextBox 11">
            <a:extLst>
              <a:ext uri="{FF2B5EF4-FFF2-40B4-BE49-F238E27FC236}">
                <a16:creationId xmlns:a16="http://schemas.microsoft.com/office/drawing/2014/main" id="{A786C608-D9FA-0FD9-CA7B-FF59B7BEBE81}"/>
              </a:ext>
            </a:extLst>
          </p:cNvPr>
          <p:cNvSpPr txBox="1"/>
          <p:nvPr/>
        </p:nvSpPr>
        <p:spPr>
          <a:xfrm>
            <a:off x="2135052" y="3139014"/>
            <a:ext cx="1781513" cy="369332"/>
          </a:xfrm>
          <a:prstGeom prst="rect">
            <a:avLst/>
          </a:prstGeom>
          <a:noFill/>
        </p:spPr>
        <p:txBody>
          <a:bodyPr wrap="none" rtlCol="0">
            <a:spAutoFit/>
          </a:bodyPr>
          <a:lstStyle/>
          <a:p>
            <a:r>
              <a:rPr lang="en-GB" dirty="0"/>
              <a:t>SVM ROC Curve</a:t>
            </a:r>
          </a:p>
        </p:txBody>
      </p:sp>
      <p:sp>
        <p:nvSpPr>
          <p:cNvPr id="9" name="TextBox 8">
            <a:extLst>
              <a:ext uri="{FF2B5EF4-FFF2-40B4-BE49-F238E27FC236}">
                <a16:creationId xmlns:a16="http://schemas.microsoft.com/office/drawing/2014/main" id="{17FBC457-7D7A-8EB1-E65D-7DDE0CB46429}"/>
              </a:ext>
            </a:extLst>
          </p:cNvPr>
          <p:cNvSpPr txBox="1"/>
          <p:nvPr/>
        </p:nvSpPr>
        <p:spPr>
          <a:xfrm>
            <a:off x="861228" y="1107242"/>
            <a:ext cx="10300426" cy="1477328"/>
          </a:xfrm>
          <a:prstGeom prst="rect">
            <a:avLst/>
          </a:prstGeom>
          <a:noFill/>
        </p:spPr>
        <p:txBody>
          <a:bodyPr wrap="square" rtlCol="0">
            <a:spAutoFit/>
          </a:bodyPr>
          <a:lstStyle/>
          <a:p>
            <a:r>
              <a:rPr lang="en-GB" dirty="0"/>
              <a:t>Support Vector machine (SVM) is a supervised machine learning algorithm used to solve classification and regression problems.</a:t>
            </a:r>
          </a:p>
          <a:p>
            <a:r>
              <a:rPr lang="en-GB" dirty="0"/>
              <a:t>They are very good at solving binary classification problems.</a:t>
            </a:r>
          </a:p>
          <a:p>
            <a:r>
              <a:rPr lang="en-GB" dirty="0"/>
              <a:t>SVM works by finding the best possible line, or decision boundary that separates the data points of different data classes.</a:t>
            </a:r>
          </a:p>
        </p:txBody>
      </p:sp>
      <p:pic>
        <p:nvPicPr>
          <p:cNvPr id="5" name="Picture 4">
            <a:extLst>
              <a:ext uri="{FF2B5EF4-FFF2-40B4-BE49-F238E27FC236}">
                <a16:creationId xmlns:a16="http://schemas.microsoft.com/office/drawing/2014/main" id="{5AEECC8B-D619-F0B7-720E-B41C4041F21B}"/>
              </a:ext>
            </a:extLst>
          </p:cNvPr>
          <p:cNvPicPr>
            <a:picLocks noChangeAspect="1"/>
          </p:cNvPicPr>
          <p:nvPr/>
        </p:nvPicPr>
        <p:blipFill>
          <a:blip r:embed="rId2"/>
          <a:stretch>
            <a:fillRect/>
          </a:stretch>
        </p:blipFill>
        <p:spPr>
          <a:xfrm>
            <a:off x="707535" y="3474595"/>
            <a:ext cx="5312845" cy="2762444"/>
          </a:xfrm>
          <a:prstGeom prst="rect">
            <a:avLst/>
          </a:prstGeom>
          <a:ln>
            <a:solidFill>
              <a:schemeClr val="tx1"/>
            </a:solidFill>
          </a:ln>
        </p:spPr>
      </p:pic>
      <p:sp>
        <p:nvSpPr>
          <p:cNvPr id="7" name="Rectangle 6">
            <a:extLst>
              <a:ext uri="{FF2B5EF4-FFF2-40B4-BE49-F238E27FC236}">
                <a16:creationId xmlns:a16="http://schemas.microsoft.com/office/drawing/2014/main" id="{7242A1BC-C1EC-4A4E-D89C-F30A0147DDA5}"/>
              </a:ext>
            </a:extLst>
          </p:cNvPr>
          <p:cNvSpPr/>
          <p:nvPr/>
        </p:nvSpPr>
        <p:spPr>
          <a:xfrm>
            <a:off x="0" y="0"/>
            <a:ext cx="12192000" cy="1107241"/>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Footer Placeholder 3">
            <a:extLst>
              <a:ext uri="{FF2B5EF4-FFF2-40B4-BE49-F238E27FC236}">
                <a16:creationId xmlns:a16="http://schemas.microsoft.com/office/drawing/2014/main" id="{7FAA166A-D626-08F9-8013-65468833F09B}"/>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14477767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57D60-8222-6C0C-61B5-7B609D69568F}"/>
              </a:ext>
            </a:extLst>
          </p:cNvPr>
          <p:cNvSpPr>
            <a:spLocks noGrp="1"/>
          </p:cNvSpPr>
          <p:nvPr>
            <p:ph type="title"/>
          </p:nvPr>
        </p:nvSpPr>
        <p:spPr>
          <a:xfrm>
            <a:off x="2074993" y="136525"/>
            <a:ext cx="7672030" cy="934285"/>
          </a:xfrm>
        </p:spPr>
        <p:txBody>
          <a:bodyPr>
            <a:normAutofit fontScale="90000"/>
          </a:bodyPr>
          <a:lstStyle/>
          <a:p>
            <a:pPr algn="ctr"/>
            <a:r>
              <a:rPr lang="en-GB" dirty="0"/>
              <a:t>Decision Tree – Classification Tree</a:t>
            </a:r>
          </a:p>
        </p:txBody>
      </p:sp>
      <p:sp>
        <p:nvSpPr>
          <p:cNvPr id="6" name="Slide Number Placeholder 5">
            <a:extLst>
              <a:ext uri="{FF2B5EF4-FFF2-40B4-BE49-F238E27FC236}">
                <a16:creationId xmlns:a16="http://schemas.microsoft.com/office/drawing/2014/main" id="{D3D2B610-0F11-11E0-BC9D-73232552CEBA}"/>
              </a:ext>
            </a:extLst>
          </p:cNvPr>
          <p:cNvSpPr>
            <a:spLocks noGrp="1"/>
          </p:cNvSpPr>
          <p:nvPr>
            <p:ph type="sldNum" sz="quarter" idx="12"/>
          </p:nvPr>
        </p:nvSpPr>
        <p:spPr/>
        <p:txBody>
          <a:bodyPr/>
          <a:lstStyle/>
          <a:p>
            <a:pPr rtl="0"/>
            <a:fld id="{3A98EE3D-8CD1-4C3F-BD1C-C98C9596463C}" type="slidenum">
              <a:rPr lang="en-GB" noProof="0" smtClean="0"/>
              <a:t>31</a:t>
            </a:fld>
            <a:endParaRPr lang="en-GB" noProof="0"/>
          </a:p>
        </p:txBody>
      </p:sp>
      <p:sp>
        <p:nvSpPr>
          <p:cNvPr id="11" name="Content Placeholder 3">
            <a:extLst>
              <a:ext uri="{FF2B5EF4-FFF2-40B4-BE49-F238E27FC236}">
                <a16:creationId xmlns:a16="http://schemas.microsoft.com/office/drawing/2014/main" id="{2DC61F4A-BA8C-B671-D4A8-F7DAD60DBA85}"/>
              </a:ext>
            </a:extLst>
          </p:cNvPr>
          <p:cNvSpPr txBox="1">
            <a:spLocks/>
          </p:cNvSpPr>
          <p:nvPr/>
        </p:nvSpPr>
        <p:spPr>
          <a:xfrm>
            <a:off x="6751993" y="4230441"/>
            <a:ext cx="5076450" cy="2089478"/>
          </a:xfrm>
          <a:prstGeom prst="rect">
            <a:avLst/>
          </a:prstGeom>
          <a:ln>
            <a:solidFill>
              <a:schemeClr val="tx1"/>
            </a:solid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800" dirty="0"/>
              <a:t>Process:</a:t>
            </a:r>
          </a:p>
          <a:p>
            <a:r>
              <a:rPr lang="en-GB" sz="1800" dirty="0"/>
              <a:t>Get the AUC result, which is 71%.</a:t>
            </a:r>
          </a:p>
          <a:p>
            <a:r>
              <a:rPr lang="en-GB" sz="1800" dirty="0"/>
              <a:t>Generate a confusion matrix for the test data set.</a:t>
            </a:r>
          </a:p>
          <a:p>
            <a:pPr lvl="1"/>
            <a:r>
              <a:rPr lang="en-GB" sz="1600" dirty="0"/>
              <a:t>Model performance: Sensitivity is 34% and accuracy is 86%</a:t>
            </a:r>
          </a:p>
          <a:p>
            <a:r>
              <a:rPr lang="en-GB" sz="1800" dirty="0"/>
              <a:t>This model has not performed as well as the BLR model.</a:t>
            </a:r>
          </a:p>
          <a:p>
            <a:endParaRPr lang="en-GB" sz="1800" dirty="0"/>
          </a:p>
        </p:txBody>
      </p:sp>
      <p:sp>
        <p:nvSpPr>
          <p:cNvPr id="12" name="TextBox 11">
            <a:extLst>
              <a:ext uri="{FF2B5EF4-FFF2-40B4-BE49-F238E27FC236}">
                <a16:creationId xmlns:a16="http://schemas.microsoft.com/office/drawing/2014/main" id="{A786C608-D9FA-0FD9-CA7B-FF59B7BEBE81}"/>
              </a:ext>
            </a:extLst>
          </p:cNvPr>
          <p:cNvSpPr txBox="1"/>
          <p:nvPr/>
        </p:nvSpPr>
        <p:spPr>
          <a:xfrm>
            <a:off x="8271765" y="2341411"/>
            <a:ext cx="2689099" cy="369332"/>
          </a:xfrm>
          <a:prstGeom prst="rect">
            <a:avLst/>
          </a:prstGeom>
          <a:noFill/>
        </p:spPr>
        <p:txBody>
          <a:bodyPr wrap="square" rtlCol="0">
            <a:spAutoFit/>
          </a:bodyPr>
          <a:lstStyle/>
          <a:p>
            <a:r>
              <a:rPr lang="en-GB" dirty="0"/>
              <a:t>Decision Tree ROC Curve</a:t>
            </a:r>
          </a:p>
        </p:txBody>
      </p:sp>
      <p:sp>
        <p:nvSpPr>
          <p:cNvPr id="9" name="TextBox 8">
            <a:extLst>
              <a:ext uri="{FF2B5EF4-FFF2-40B4-BE49-F238E27FC236}">
                <a16:creationId xmlns:a16="http://schemas.microsoft.com/office/drawing/2014/main" id="{17FBC457-7D7A-8EB1-E65D-7DDE0CB46429}"/>
              </a:ext>
            </a:extLst>
          </p:cNvPr>
          <p:cNvSpPr txBox="1"/>
          <p:nvPr/>
        </p:nvSpPr>
        <p:spPr>
          <a:xfrm>
            <a:off x="861228" y="1107242"/>
            <a:ext cx="10300426" cy="1200329"/>
          </a:xfrm>
          <a:prstGeom prst="rect">
            <a:avLst/>
          </a:prstGeom>
          <a:noFill/>
        </p:spPr>
        <p:txBody>
          <a:bodyPr wrap="square" rtlCol="0">
            <a:spAutoFit/>
          </a:bodyPr>
          <a:lstStyle/>
          <a:p>
            <a:r>
              <a:rPr lang="en-GB" dirty="0"/>
              <a:t>Decision trees are non-parametric supervised learning algorithms which can be used for both regression and classification problems. Being a non-parametric, it doesn’t make any assumptions about the population parameters.</a:t>
            </a:r>
          </a:p>
          <a:p>
            <a:r>
              <a:rPr lang="en-GB" dirty="0"/>
              <a:t>Decisions trees have a hierarchical structure starting from a root node and end in a leaf node. </a:t>
            </a:r>
          </a:p>
        </p:txBody>
      </p:sp>
      <p:pic>
        <p:nvPicPr>
          <p:cNvPr id="5" name="Picture 4">
            <a:extLst>
              <a:ext uri="{FF2B5EF4-FFF2-40B4-BE49-F238E27FC236}">
                <a16:creationId xmlns:a16="http://schemas.microsoft.com/office/drawing/2014/main" id="{9D7C0499-0FBB-0534-1044-31783B259171}"/>
              </a:ext>
            </a:extLst>
          </p:cNvPr>
          <p:cNvPicPr>
            <a:picLocks noChangeAspect="1"/>
          </p:cNvPicPr>
          <p:nvPr/>
        </p:nvPicPr>
        <p:blipFill rotWithShape="1">
          <a:blip r:embed="rId2"/>
          <a:srcRect t="8474"/>
          <a:stretch/>
        </p:blipFill>
        <p:spPr>
          <a:xfrm>
            <a:off x="8070976" y="2683036"/>
            <a:ext cx="3090678" cy="1491927"/>
          </a:xfrm>
          <a:prstGeom prst="rect">
            <a:avLst/>
          </a:prstGeom>
          <a:ln>
            <a:solidFill>
              <a:schemeClr val="tx1"/>
            </a:solidFill>
          </a:ln>
        </p:spPr>
      </p:pic>
      <p:pic>
        <p:nvPicPr>
          <p:cNvPr id="8" name="Picture 7">
            <a:extLst>
              <a:ext uri="{FF2B5EF4-FFF2-40B4-BE49-F238E27FC236}">
                <a16:creationId xmlns:a16="http://schemas.microsoft.com/office/drawing/2014/main" id="{57E6FCD3-E2C7-D237-FBF0-6BA478CC72D0}"/>
              </a:ext>
            </a:extLst>
          </p:cNvPr>
          <p:cNvPicPr>
            <a:picLocks noChangeAspect="1"/>
          </p:cNvPicPr>
          <p:nvPr/>
        </p:nvPicPr>
        <p:blipFill>
          <a:blip r:embed="rId3"/>
          <a:stretch>
            <a:fillRect/>
          </a:stretch>
        </p:blipFill>
        <p:spPr>
          <a:xfrm>
            <a:off x="363557" y="2633761"/>
            <a:ext cx="6134970" cy="3722589"/>
          </a:xfrm>
          <a:prstGeom prst="rect">
            <a:avLst/>
          </a:prstGeom>
          <a:ln>
            <a:solidFill>
              <a:schemeClr val="tx1"/>
            </a:solidFill>
          </a:ln>
        </p:spPr>
      </p:pic>
      <p:sp>
        <p:nvSpPr>
          <p:cNvPr id="10" name="Rectangle 9">
            <a:extLst>
              <a:ext uri="{FF2B5EF4-FFF2-40B4-BE49-F238E27FC236}">
                <a16:creationId xmlns:a16="http://schemas.microsoft.com/office/drawing/2014/main" id="{082E3BC2-0B82-B05E-0A69-6A0C57FFA841}"/>
              </a:ext>
            </a:extLst>
          </p:cNvPr>
          <p:cNvSpPr/>
          <p:nvPr/>
        </p:nvSpPr>
        <p:spPr>
          <a:xfrm>
            <a:off x="0" y="0"/>
            <a:ext cx="12192000" cy="1107241"/>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Footer Placeholder 3">
            <a:extLst>
              <a:ext uri="{FF2B5EF4-FFF2-40B4-BE49-F238E27FC236}">
                <a16:creationId xmlns:a16="http://schemas.microsoft.com/office/drawing/2014/main" id="{029A8D60-2A74-755E-57CF-4CBAE7439506}"/>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36210651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57D60-8222-6C0C-61B5-7B609D69568F}"/>
              </a:ext>
            </a:extLst>
          </p:cNvPr>
          <p:cNvSpPr>
            <a:spLocks noGrp="1"/>
          </p:cNvSpPr>
          <p:nvPr>
            <p:ph type="title"/>
          </p:nvPr>
        </p:nvSpPr>
        <p:spPr>
          <a:xfrm>
            <a:off x="2074993" y="136525"/>
            <a:ext cx="7672030" cy="934285"/>
          </a:xfrm>
        </p:spPr>
        <p:txBody>
          <a:bodyPr>
            <a:normAutofit/>
          </a:bodyPr>
          <a:lstStyle/>
          <a:p>
            <a:pPr algn="ctr"/>
            <a:r>
              <a:rPr lang="en-GB" dirty="0"/>
              <a:t>Neural Network</a:t>
            </a:r>
          </a:p>
        </p:txBody>
      </p:sp>
      <p:sp>
        <p:nvSpPr>
          <p:cNvPr id="6" name="Slide Number Placeholder 5">
            <a:extLst>
              <a:ext uri="{FF2B5EF4-FFF2-40B4-BE49-F238E27FC236}">
                <a16:creationId xmlns:a16="http://schemas.microsoft.com/office/drawing/2014/main" id="{D3D2B610-0F11-11E0-BC9D-73232552CEBA}"/>
              </a:ext>
            </a:extLst>
          </p:cNvPr>
          <p:cNvSpPr>
            <a:spLocks noGrp="1"/>
          </p:cNvSpPr>
          <p:nvPr>
            <p:ph type="sldNum" sz="quarter" idx="12"/>
          </p:nvPr>
        </p:nvSpPr>
        <p:spPr/>
        <p:txBody>
          <a:bodyPr/>
          <a:lstStyle/>
          <a:p>
            <a:pPr rtl="0"/>
            <a:fld id="{3A98EE3D-8CD1-4C3F-BD1C-C98C9596463C}" type="slidenum">
              <a:rPr lang="en-GB" noProof="0" smtClean="0"/>
              <a:t>32</a:t>
            </a:fld>
            <a:endParaRPr lang="en-GB" noProof="0"/>
          </a:p>
        </p:txBody>
      </p:sp>
      <p:sp>
        <p:nvSpPr>
          <p:cNvPr id="11" name="Content Placeholder 3">
            <a:extLst>
              <a:ext uri="{FF2B5EF4-FFF2-40B4-BE49-F238E27FC236}">
                <a16:creationId xmlns:a16="http://schemas.microsoft.com/office/drawing/2014/main" id="{2DC61F4A-BA8C-B671-D4A8-F7DAD60DBA85}"/>
              </a:ext>
            </a:extLst>
          </p:cNvPr>
          <p:cNvSpPr txBox="1">
            <a:spLocks/>
          </p:cNvSpPr>
          <p:nvPr/>
        </p:nvSpPr>
        <p:spPr>
          <a:xfrm>
            <a:off x="6602930" y="4250475"/>
            <a:ext cx="5076450" cy="2154353"/>
          </a:xfrm>
          <a:prstGeom prst="rect">
            <a:avLst/>
          </a:prstGeom>
          <a:ln>
            <a:solidFill>
              <a:schemeClr val="tx1"/>
            </a:solidFill>
          </a:ln>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800" dirty="0"/>
              <a:t>Process:</a:t>
            </a:r>
          </a:p>
          <a:p>
            <a:r>
              <a:rPr lang="en-GB" sz="1800" dirty="0"/>
              <a:t>Get the AUC result, which is 82%.</a:t>
            </a:r>
          </a:p>
          <a:p>
            <a:r>
              <a:rPr lang="en-GB" sz="1800" dirty="0"/>
              <a:t>Generate a confusion matrix for the test data set.</a:t>
            </a:r>
          </a:p>
          <a:p>
            <a:pPr lvl="1"/>
            <a:r>
              <a:rPr lang="en-GB" sz="1600" dirty="0"/>
              <a:t>Model performance: Sensitivity is 47% and accuracy is 85%</a:t>
            </a:r>
          </a:p>
          <a:p>
            <a:r>
              <a:rPr lang="en-GB" sz="1800" dirty="0"/>
              <a:t>This model has not performed as well as the BLR model.</a:t>
            </a:r>
          </a:p>
          <a:p>
            <a:endParaRPr lang="en-GB" sz="1800" dirty="0"/>
          </a:p>
        </p:txBody>
      </p:sp>
      <p:sp>
        <p:nvSpPr>
          <p:cNvPr id="12" name="TextBox 11">
            <a:extLst>
              <a:ext uri="{FF2B5EF4-FFF2-40B4-BE49-F238E27FC236}">
                <a16:creationId xmlns:a16="http://schemas.microsoft.com/office/drawing/2014/main" id="{A786C608-D9FA-0FD9-CA7B-FF59B7BEBE81}"/>
              </a:ext>
            </a:extLst>
          </p:cNvPr>
          <p:cNvSpPr txBox="1"/>
          <p:nvPr/>
        </p:nvSpPr>
        <p:spPr>
          <a:xfrm>
            <a:off x="7696433" y="2040650"/>
            <a:ext cx="2889445" cy="369332"/>
          </a:xfrm>
          <a:prstGeom prst="rect">
            <a:avLst/>
          </a:prstGeom>
          <a:noFill/>
        </p:spPr>
        <p:txBody>
          <a:bodyPr wrap="none" rtlCol="0">
            <a:spAutoFit/>
          </a:bodyPr>
          <a:lstStyle/>
          <a:p>
            <a:r>
              <a:rPr lang="en-GB" dirty="0"/>
              <a:t>Neural Network ROC Curve</a:t>
            </a:r>
          </a:p>
        </p:txBody>
      </p:sp>
      <p:sp>
        <p:nvSpPr>
          <p:cNvPr id="9" name="TextBox 8">
            <a:extLst>
              <a:ext uri="{FF2B5EF4-FFF2-40B4-BE49-F238E27FC236}">
                <a16:creationId xmlns:a16="http://schemas.microsoft.com/office/drawing/2014/main" id="{17FBC457-7D7A-8EB1-E65D-7DDE0CB46429}"/>
              </a:ext>
            </a:extLst>
          </p:cNvPr>
          <p:cNvSpPr txBox="1"/>
          <p:nvPr/>
        </p:nvSpPr>
        <p:spPr>
          <a:xfrm>
            <a:off x="861228" y="1107242"/>
            <a:ext cx="10300426" cy="923330"/>
          </a:xfrm>
          <a:prstGeom prst="rect">
            <a:avLst/>
          </a:prstGeom>
          <a:noFill/>
        </p:spPr>
        <p:txBody>
          <a:bodyPr wrap="square" rtlCol="0">
            <a:spAutoFit/>
          </a:bodyPr>
          <a:lstStyle/>
          <a:p>
            <a:r>
              <a:rPr lang="en-GB" dirty="0"/>
              <a:t>Neural networks are a method in artificial intelligence that teach computers to process data in similar way to the human brain. It uses input and output nodes and hidden layers, which are connected to each other based on their own associated weights and thresholds.</a:t>
            </a:r>
          </a:p>
        </p:txBody>
      </p:sp>
      <p:sp>
        <p:nvSpPr>
          <p:cNvPr id="3" name="Rectangle 2">
            <a:extLst>
              <a:ext uri="{FF2B5EF4-FFF2-40B4-BE49-F238E27FC236}">
                <a16:creationId xmlns:a16="http://schemas.microsoft.com/office/drawing/2014/main" id="{6591E3D0-0BDE-DE34-953C-47FE05C299D7}"/>
              </a:ext>
            </a:extLst>
          </p:cNvPr>
          <p:cNvSpPr/>
          <p:nvPr/>
        </p:nvSpPr>
        <p:spPr>
          <a:xfrm>
            <a:off x="0" y="0"/>
            <a:ext cx="12192000" cy="1107241"/>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EB7176C0-E0C4-B56B-8BDF-5C56EAE942BD}"/>
              </a:ext>
            </a:extLst>
          </p:cNvPr>
          <p:cNvPicPr>
            <a:picLocks noChangeAspect="1"/>
          </p:cNvPicPr>
          <p:nvPr/>
        </p:nvPicPr>
        <p:blipFill>
          <a:blip r:embed="rId2"/>
          <a:stretch>
            <a:fillRect/>
          </a:stretch>
        </p:blipFill>
        <p:spPr>
          <a:xfrm>
            <a:off x="459359" y="2225316"/>
            <a:ext cx="5817991" cy="4179512"/>
          </a:xfrm>
          <a:prstGeom prst="rect">
            <a:avLst/>
          </a:prstGeom>
          <a:ln>
            <a:solidFill>
              <a:schemeClr val="tx1"/>
            </a:solidFill>
          </a:ln>
        </p:spPr>
      </p:pic>
      <p:pic>
        <p:nvPicPr>
          <p:cNvPr id="13" name="Picture 12">
            <a:extLst>
              <a:ext uri="{FF2B5EF4-FFF2-40B4-BE49-F238E27FC236}">
                <a16:creationId xmlns:a16="http://schemas.microsoft.com/office/drawing/2014/main" id="{EE157286-E5C2-1C03-3A5A-FF99B2389B1C}"/>
              </a:ext>
            </a:extLst>
          </p:cNvPr>
          <p:cNvPicPr>
            <a:picLocks noChangeAspect="1"/>
          </p:cNvPicPr>
          <p:nvPr/>
        </p:nvPicPr>
        <p:blipFill>
          <a:blip r:embed="rId3"/>
          <a:stretch>
            <a:fillRect/>
          </a:stretch>
        </p:blipFill>
        <p:spPr>
          <a:xfrm>
            <a:off x="7487927" y="2399391"/>
            <a:ext cx="3306458" cy="1785020"/>
          </a:xfrm>
          <a:prstGeom prst="rect">
            <a:avLst/>
          </a:prstGeom>
          <a:ln>
            <a:solidFill>
              <a:schemeClr val="tx1"/>
            </a:solidFill>
          </a:ln>
        </p:spPr>
      </p:pic>
      <p:sp>
        <p:nvSpPr>
          <p:cNvPr id="5" name="Footer Placeholder 4">
            <a:extLst>
              <a:ext uri="{FF2B5EF4-FFF2-40B4-BE49-F238E27FC236}">
                <a16:creationId xmlns:a16="http://schemas.microsoft.com/office/drawing/2014/main" id="{D56F873F-8E8B-52D3-8031-ECB76D6F3FF2}"/>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6791521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57D60-8222-6C0C-61B5-7B609D69568F}"/>
              </a:ext>
            </a:extLst>
          </p:cNvPr>
          <p:cNvSpPr>
            <a:spLocks noGrp="1"/>
          </p:cNvSpPr>
          <p:nvPr>
            <p:ph type="title"/>
          </p:nvPr>
        </p:nvSpPr>
        <p:spPr>
          <a:xfrm>
            <a:off x="2415322" y="111897"/>
            <a:ext cx="7672030" cy="934285"/>
          </a:xfrm>
        </p:spPr>
        <p:txBody>
          <a:bodyPr>
            <a:normAutofit/>
          </a:bodyPr>
          <a:lstStyle/>
          <a:p>
            <a:pPr algn="ctr"/>
            <a:r>
              <a:rPr lang="en-GB" dirty="0"/>
              <a:t>K-Nearest Neighbours</a:t>
            </a:r>
          </a:p>
        </p:txBody>
      </p:sp>
      <p:sp>
        <p:nvSpPr>
          <p:cNvPr id="6" name="Slide Number Placeholder 5">
            <a:extLst>
              <a:ext uri="{FF2B5EF4-FFF2-40B4-BE49-F238E27FC236}">
                <a16:creationId xmlns:a16="http://schemas.microsoft.com/office/drawing/2014/main" id="{D3D2B610-0F11-11E0-BC9D-73232552CEBA}"/>
              </a:ext>
            </a:extLst>
          </p:cNvPr>
          <p:cNvSpPr>
            <a:spLocks noGrp="1"/>
          </p:cNvSpPr>
          <p:nvPr>
            <p:ph type="sldNum" sz="quarter" idx="12"/>
          </p:nvPr>
        </p:nvSpPr>
        <p:spPr/>
        <p:txBody>
          <a:bodyPr/>
          <a:lstStyle/>
          <a:p>
            <a:pPr rtl="0"/>
            <a:fld id="{3A98EE3D-8CD1-4C3F-BD1C-C98C9596463C}" type="slidenum">
              <a:rPr lang="en-GB" noProof="0" smtClean="0"/>
              <a:t>33</a:t>
            </a:fld>
            <a:endParaRPr lang="en-GB" noProof="0"/>
          </a:p>
        </p:txBody>
      </p:sp>
      <p:sp>
        <p:nvSpPr>
          <p:cNvPr id="11" name="Content Placeholder 3">
            <a:extLst>
              <a:ext uri="{FF2B5EF4-FFF2-40B4-BE49-F238E27FC236}">
                <a16:creationId xmlns:a16="http://schemas.microsoft.com/office/drawing/2014/main" id="{2DC61F4A-BA8C-B671-D4A8-F7DAD60DBA85}"/>
              </a:ext>
            </a:extLst>
          </p:cNvPr>
          <p:cNvSpPr txBox="1">
            <a:spLocks/>
          </p:cNvSpPr>
          <p:nvPr/>
        </p:nvSpPr>
        <p:spPr>
          <a:xfrm>
            <a:off x="5451863" y="2925067"/>
            <a:ext cx="5076450" cy="2154353"/>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800" dirty="0"/>
              <a:t>Process:</a:t>
            </a:r>
          </a:p>
          <a:p>
            <a:r>
              <a:rPr lang="en-GB" sz="1800" dirty="0"/>
              <a:t>Generate a confusion matrix for the test data set.</a:t>
            </a:r>
          </a:p>
          <a:p>
            <a:pPr lvl="1"/>
            <a:r>
              <a:rPr lang="en-GB" sz="1600" dirty="0"/>
              <a:t>Model performance: Sensitivity is 85% and accuracy is 84%</a:t>
            </a:r>
          </a:p>
          <a:p>
            <a:r>
              <a:rPr lang="en-GB" sz="1800" dirty="0"/>
              <a:t>Overall, this model has performed the best.</a:t>
            </a:r>
          </a:p>
        </p:txBody>
      </p:sp>
      <p:sp>
        <p:nvSpPr>
          <p:cNvPr id="9" name="TextBox 8">
            <a:extLst>
              <a:ext uri="{FF2B5EF4-FFF2-40B4-BE49-F238E27FC236}">
                <a16:creationId xmlns:a16="http://schemas.microsoft.com/office/drawing/2014/main" id="{17FBC457-7D7A-8EB1-E65D-7DDE0CB46429}"/>
              </a:ext>
            </a:extLst>
          </p:cNvPr>
          <p:cNvSpPr txBox="1"/>
          <p:nvPr/>
        </p:nvSpPr>
        <p:spPr>
          <a:xfrm>
            <a:off x="861228" y="1107242"/>
            <a:ext cx="10300426" cy="1200329"/>
          </a:xfrm>
          <a:prstGeom prst="rect">
            <a:avLst/>
          </a:prstGeom>
          <a:noFill/>
        </p:spPr>
        <p:txBody>
          <a:bodyPr wrap="square" rtlCol="0">
            <a:spAutoFit/>
          </a:bodyPr>
          <a:lstStyle/>
          <a:p>
            <a:r>
              <a:rPr lang="en-GB" dirty="0"/>
              <a:t>K-Nearest Neighbours (KNN) is a popular and simple supervised non-parametric learning classifier, which use proximity to make predictions or classifications about the grouping of an individual data point.</a:t>
            </a:r>
          </a:p>
          <a:p>
            <a:endParaRPr lang="en-GB" dirty="0"/>
          </a:p>
        </p:txBody>
      </p:sp>
      <p:sp>
        <p:nvSpPr>
          <p:cNvPr id="3" name="Rectangle 2">
            <a:extLst>
              <a:ext uri="{FF2B5EF4-FFF2-40B4-BE49-F238E27FC236}">
                <a16:creationId xmlns:a16="http://schemas.microsoft.com/office/drawing/2014/main" id="{6591E3D0-0BDE-DE34-953C-47FE05C299D7}"/>
              </a:ext>
            </a:extLst>
          </p:cNvPr>
          <p:cNvSpPr/>
          <p:nvPr/>
        </p:nvSpPr>
        <p:spPr>
          <a:xfrm>
            <a:off x="0" y="0"/>
            <a:ext cx="12192000" cy="1107241"/>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a:extLst>
              <a:ext uri="{FF2B5EF4-FFF2-40B4-BE49-F238E27FC236}">
                <a16:creationId xmlns:a16="http://schemas.microsoft.com/office/drawing/2014/main" id="{CD05C3D4-2F32-30DB-97F5-8C6F082014A8}"/>
              </a:ext>
            </a:extLst>
          </p:cNvPr>
          <p:cNvPicPr>
            <a:picLocks noChangeAspect="1"/>
          </p:cNvPicPr>
          <p:nvPr/>
        </p:nvPicPr>
        <p:blipFill>
          <a:blip r:embed="rId2"/>
          <a:stretch>
            <a:fillRect/>
          </a:stretch>
        </p:blipFill>
        <p:spPr>
          <a:xfrm>
            <a:off x="1161440" y="2500312"/>
            <a:ext cx="3648075" cy="4038600"/>
          </a:xfrm>
          <a:prstGeom prst="rect">
            <a:avLst/>
          </a:prstGeom>
          <a:ln>
            <a:solidFill>
              <a:schemeClr val="tx1"/>
            </a:solidFill>
          </a:ln>
        </p:spPr>
      </p:pic>
      <p:sp>
        <p:nvSpPr>
          <p:cNvPr id="7" name="Footer Placeholder 6">
            <a:extLst>
              <a:ext uri="{FF2B5EF4-FFF2-40B4-BE49-F238E27FC236}">
                <a16:creationId xmlns:a16="http://schemas.microsoft.com/office/drawing/2014/main" id="{4C878735-D61C-0747-C39D-B3237ECDC7D3}"/>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11150845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C98AB2-3986-7245-34FF-5CD74128A9B6}"/>
              </a:ext>
            </a:extLst>
          </p:cNvPr>
          <p:cNvSpPr/>
          <p:nvPr/>
        </p:nvSpPr>
        <p:spPr>
          <a:xfrm>
            <a:off x="0" y="6356351"/>
            <a:ext cx="12192000" cy="5016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useBgFill="1">
        <p:nvSpPr>
          <p:cNvPr id="28" name="Slide background fill">
            <a:extLst>
              <a:ext uri="{FF2B5EF4-FFF2-40B4-BE49-F238E27FC236}">
                <a16:creationId xmlns:a16="http://schemas.microsoft.com/office/drawing/2014/main" id="{8DF67618-B87B-4195-8E24-3B126F79F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Color 2">
            <a:extLst>
              <a:ext uri="{FF2B5EF4-FFF2-40B4-BE49-F238E27FC236}">
                <a16:creationId xmlns:a16="http://schemas.microsoft.com/office/drawing/2014/main" id="{64960379-9FF9-400A-A8A8-F5AB633FD3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a:extLst>
              <a:ext uri="{FF2B5EF4-FFF2-40B4-BE49-F238E27FC236}">
                <a16:creationId xmlns:a16="http://schemas.microsoft.com/office/drawing/2014/main" id="{2C491629-AE25-486B-9B22-2CE4EE8F7E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218159" cy="6858000"/>
            <a:chOff x="651279" y="598259"/>
            <a:chExt cx="10889442" cy="5680742"/>
          </a:xfrm>
        </p:grpSpPr>
        <p:sp>
          <p:nvSpPr>
            <p:cNvPr id="17" name="Color">
              <a:extLst>
                <a:ext uri="{FF2B5EF4-FFF2-40B4-BE49-F238E27FC236}">
                  <a16:creationId xmlns:a16="http://schemas.microsoft.com/office/drawing/2014/main" id="{590EB173-7DC2-4BE8-BC08-19BC09DBD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Color">
              <a:extLst>
                <a:ext uri="{FF2B5EF4-FFF2-40B4-BE49-F238E27FC236}">
                  <a16:creationId xmlns:a16="http://schemas.microsoft.com/office/drawing/2014/main" id="{0731E2C9-2CF0-48B4-9CEA-35B2199AF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0" name="Group 19">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1" name="Freeform: Shape 20">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1737298F-B272-4BC5-BFF2-053334392B37}"/>
              </a:ext>
            </a:extLst>
          </p:cNvPr>
          <p:cNvSpPr>
            <a:spLocks noGrp="1"/>
          </p:cNvSpPr>
          <p:nvPr>
            <p:ph type="title"/>
          </p:nvPr>
        </p:nvSpPr>
        <p:spPr>
          <a:xfrm>
            <a:off x="786385" y="841248"/>
            <a:ext cx="5129600" cy="5340097"/>
          </a:xfrm>
        </p:spPr>
        <p:txBody>
          <a:bodyPr rtlCol="0" anchor="ctr">
            <a:normAutofit/>
          </a:bodyPr>
          <a:lstStyle/>
          <a:p>
            <a:pPr rtl="0"/>
            <a:r>
              <a:rPr lang="en-GB" sz="4800" dirty="0">
                <a:solidFill>
                  <a:schemeClr val="bg1"/>
                </a:solidFill>
              </a:rPr>
              <a:t>Project Flow – Phase 4 – Text mining and sentiment analysis</a:t>
            </a:r>
          </a:p>
        </p:txBody>
      </p:sp>
      <p:sp>
        <p:nvSpPr>
          <p:cNvPr id="6" name="Slide Number Placeholder 5">
            <a:extLst>
              <a:ext uri="{FF2B5EF4-FFF2-40B4-BE49-F238E27FC236}">
                <a16:creationId xmlns:a16="http://schemas.microsoft.com/office/drawing/2014/main" id="{C6B37ACF-49F1-45AA-BB16-6A58A160FF3D}"/>
              </a:ext>
            </a:extLst>
          </p:cNvPr>
          <p:cNvSpPr>
            <a:spLocks noGrp="1"/>
          </p:cNvSpPr>
          <p:nvPr>
            <p:ph type="sldNum" sz="quarter" idx="12"/>
          </p:nvPr>
        </p:nvSpPr>
        <p:spPr>
          <a:xfrm>
            <a:off x="11548872" y="6217920"/>
            <a:ext cx="640080" cy="640080"/>
          </a:xfrm>
        </p:spPr>
        <p:txBody>
          <a:bodyPr rtlCol="0">
            <a:normAutofit/>
          </a:bodyPr>
          <a:lstStyle/>
          <a:p>
            <a:pPr algn="ctr" rtl="0">
              <a:spcAft>
                <a:spcPts val="600"/>
              </a:spcAft>
            </a:pPr>
            <a:fld id="{3A98EE3D-8CD1-4C3F-BD1C-C98C9596463C}" type="slidenum">
              <a:rPr lang="en-GB" sz="1600">
                <a:solidFill>
                  <a:schemeClr val="tx2"/>
                </a:solidFill>
              </a:rPr>
              <a:pPr algn="ctr" rtl="0">
                <a:spcAft>
                  <a:spcPts val="600"/>
                </a:spcAft>
              </a:pPr>
              <a:t>34</a:t>
            </a:fld>
            <a:endParaRPr lang="en-GB" sz="1600">
              <a:solidFill>
                <a:schemeClr val="tx2"/>
              </a:solidFill>
            </a:endParaRPr>
          </a:p>
        </p:txBody>
      </p:sp>
      <p:graphicFrame>
        <p:nvGraphicFramePr>
          <p:cNvPr id="7" name="Content Placeholder 3" descr="Timeline placeholder ">
            <a:extLst>
              <a:ext uri="{FF2B5EF4-FFF2-40B4-BE49-F238E27FC236}">
                <a16:creationId xmlns:a16="http://schemas.microsoft.com/office/drawing/2014/main" id="{F78E5D95-BEAB-4D62-BE19-18BB49582E2B}"/>
              </a:ext>
            </a:extLst>
          </p:cNvPr>
          <p:cNvGraphicFramePr>
            <a:graphicFrameLocks noGrp="1"/>
          </p:cNvGraphicFramePr>
          <p:nvPr>
            <p:ph idx="1"/>
            <p:extLst>
              <p:ext uri="{D42A27DB-BD31-4B8C-83A1-F6EECF244321}">
                <p14:modId xmlns:p14="http://schemas.microsoft.com/office/powerpoint/2010/main" val="677670640"/>
              </p:ext>
            </p:extLst>
          </p:nvPr>
        </p:nvGraphicFramePr>
        <p:xfrm>
          <a:off x="6536210" y="146046"/>
          <a:ext cx="5157025" cy="64856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329118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57D60-8222-6C0C-61B5-7B609D69568F}"/>
              </a:ext>
            </a:extLst>
          </p:cNvPr>
          <p:cNvSpPr>
            <a:spLocks noGrp="1"/>
          </p:cNvSpPr>
          <p:nvPr>
            <p:ph type="title"/>
          </p:nvPr>
        </p:nvSpPr>
        <p:spPr>
          <a:xfrm>
            <a:off x="2259985" y="86477"/>
            <a:ext cx="7672030" cy="934285"/>
          </a:xfrm>
        </p:spPr>
        <p:txBody>
          <a:bodyPr>
            <a:normAutofit/>
          </a:bodyPr>
          <a:lstStyle/>
          <a:p>
            <a:pPr algn="ctr"/>
            <a:r>
              <a:rPr lang="en-GB" dirty="0"/>
              <a:t>Text mining</a:t>
            </a:r>
          </a:p>
        </p:txBody>
      </p:sp>
      <p:sp>
        <p:nvSpPr>
          <p:cNvPr id="6" name="Slide Number Placeholder 5">
            <a:extLst>
              <a:ext uri="{FF2B5EF4-FFF2-40B4-BE49-F238E27FC236}">
                <a16:creationId xmlns:a16="http://schemas.microsoft.com/office/drawing/2014/main" id="{D3D2B610-0F11-11E0-BC9D-73232552CEBA}"/>
              </a:ext>
            </a:extLst>
          </p:cNvPr>
          <p:cNvSpPr>
            <a:spLocks noGrp="1"/>
          </p:cNvSpPr>
          <p:nvPr>
            <p:ph type="sldNum" sz="quarter" idx="12"/>
          </p:nvPr>
        </p:nvSpPr>
        <p:spPr/>
        <p:txBody>
          <a:bodyPr/>
          <a:lstStyle/>
          <a:p>
            <a:pPr rtl="0"/>
            <a:fld id="{3A98EE3D-8CD1-4C3F-BD1C-C98C9596463C}" type="slidenum">
              <a:rPr lang="en-GB" noProof="0" smtClean="0"/>
              <a:t>35</a:t>
            </a:fld>
            <a:endParaRPr lang="en-GB" noProof="0"/>
          </a:p>
        </p:txBody>
      </p:sp>
      <p:sp>
        <p:nvSpPr>
          <p:cNvPr id="11" name="Content Placeholder 3">
            <a:extLst>
              <a:ext uri="{FF2B5EF4-FFF2-40B4-BE49-F238E27FC236}">
                <a16:creationId xmlns:a16="http://schemas.microsoft.com/office/drawing/2014/main" id="{2DC61F4A-BA8C-B671-D4A8-F7DAD60DBA85}"/>
              </a:ext>
            </a:extLst>
          </p:cNvPr>
          <p:cNvSpPr txBox="1">
            <a:spLocks/>
          </p:cNvSpPr>
          <p:nvPr/>
        </p:nvSpPr>
        <p:spPr>
          <a:xfrm>
            <a:off x="6011441" y="4409537"/>
            <a:ext cx="4961359" cy="2027875"/>
          </a:xfrm>
          <a:prstGeom prst="rect">
            <a:avLst/>
          </a:prstGeom>
          <a:ln>
            <a:solidFill>
              <a:schemeClr val="tx1"/>
            </a:solidFill>
          </a:ln>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800" dirty="0"/>
              <a:t>Process:</a:t>
            </a:r>
          </a:p>
          <a:p>
            <a:r>
              <a:rPr lang="en-GB" sz="1800" dirty="0"/>
              <a:t>Read the text file and convert to a corpus</a:t>
            </a:r>
          </a:p>
          <a:p>
            <a:r>
              <a:rPr lang="en-GB" sz="1800" dirty="0"/>
              <a:t>Clean the corpus</a:t>
            </a:r>
          </a:p>
          <a:p>
            <a:pPr lvl="1"/>
            <a:r>
              <a:rPr lang="en-GB" sz="1400" dirty="0"/>
              <a:t>Change all character to lower case.</a:t>
            </a:r>
          </a:p>
          <a:p>
            <a:pPr lvl="1"/>
            <a:r>
              <a:rPr lang="en-GB" sz="1400" dirty="0"/>
              <a:t>Remove all punctuation.</a:t>
            </a:r>
          </a:p>
          <a:p>
            <a:pPr lvl="1"/>
            <a:r>
              <a:rPr lang="en-GB" sz="1400" dirty="0"/>
              <a:t>Remove numbers.</a:t>
            </a:r>
          </a:p>
          <a:p>
            <a:pPr lvl="1"/>
            <a:r>
              <a:rPr lang="en-GB" sz="1400" dirty="0"/>
              <a:t>Remove stop words.</a:t>
            </a:r>
          </a:p>
          <a:p>
            <a:pPr lvl="1"/>
            <a:r>
              <a:rPr lang="en-GB" sz="1400" dirty="0"/>
              <a:t>Find words with a frequency of at least 5.</a:t>
            </a:r>
          </a:p>
          <a:p>
            <a:r>
              <a:rPr lang="en-GB" sz="1800" dirty="0"/>
              <a:t>Generate a word cloud.</a:t>
            </a:r>
          </a:p>
          <a:p>
            <a:pPr lvl="1"/>
            <a:endParaRPr lang="en-GB" sz="1400" dirty="0"/>
          </a:p>
          <a:p>
            <a:pPr marL="457200" lvl="1" indent="0">
              <a:buNone/>
            </a:pPr>
            <a:endParaRPr lang="en-GB" sz="1400" dirty="0"/>
          </a:p>
        </p:txBody>
      </p:sp>
      <p:sp>
        <p:nvSpPr>
          <p:cNvPr id="9" name="TextBox 8">
            <a:extLst>
              <a:ext uri="{FF2B5EF4-FFF2-40B4-BE49-F238E27FC236}">
                <a16:creationId xmlns:a16="http://schemas.microsoft.com/office/drawing/2014/main" id="{17FBC457-7D7A-8EB1-E65D-7DDE0CB46429}"/>
              </a:ext>
            </a:extLst>
          </p:cNvPr>
          <p:cNvSpPr txBox="1"/>
          <p:nvPr/>
        </p:nvSpPr>
        <p:spPr>
          <a:xfrm>
            <a:off x="861228" y="1107242"/>
            <a:ext cx="10300426" cy="923330"/>
          </a:xfrm>
          <a:prstGeom prst="rect">
            <a:avLst/>
          </a:prstGeom>
          <a:noFill/>
        </p:spPr>
        <p:txBody>
          <a:bodyPr wrap="square" rtlCol="0">
            <a:spAutoFit/>
          </a:bodyPr>
          <a:lstStyle/>
          <a:p>
            <a:r>
              <a:rPr lang="en-GB" dirty="0"/>
              <a:t>Text mining is the process by which unstructured text is transformed into a structured format which allows for identification of meaningful patterns and insights.</a:t>
            </a:r>
          </a:p>
          <a:p>
            <a:endParaRPr lang="en-GB" dirty="0"/>
          </a:p>
        </p:txBody>
      </p:sp>
      <p:sp>
        <p:nvSpPr>
          <p:cNvPr id="3" name="Rectangle 2">
            <a:extLst>
              <a:ext uri="{FF2B5EF4-FFF2-40B4-BE49-F238E27FC236}">
                <a16:creationId xmlns:a16="http://schemas.microsoft.com/office/drawing/2014/main" id="{6591E3D0-0BDE-DE34-953C-47FE05C299D7}"/>
              </a:ext>
            </a:extLst>
          </p:cNvPr>
          <p:cNvSpPr/>
          <p:nvPr/>
        </p:nvSpPr>
        <p:spPr>
          <a:xfrm>
            <a:off x="0" y="0"/>
            <a:ext cx="12192000" cy="1107241"/>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a:extLst>
              <a:ext uri="{FF2B5EF4-FFF2-40B4-BE49-F238E27FC236}">
                <a16:creationId xmlns:a16="http://schemas.microsoft.com/office/drawing/2014/main" id="{E682161C-438D-73EA-2080-7FF9E591C696}"/>
              </a:ext>
            </a:extLst>
          </p:cNvPr>
          <p:cNvPicPr>
            <a:picLocks noChangeAspect="1"/>
          </p:cNvPicPr>
          <p:nvPr/>
        </p:nvPicPr>
        <p:blipFill>
          <a:blip r:embed="rId2"/>
          <a:stretch>
            <a:fillRect/>
          </a:stretch>
        </p:blipFill>
        <p:spPr>
          <a:xfrm>
            <a:off x="324653" y="1890184"/>
            <a:ext cx="5531221" cy="1208017"/>
          </a:xfrm>
          <a:prstGeom prst="rect">
            <a:avLst/>
          </a:prstGeom>
          <a:ln>
            <a:solidFill>
              <a:schemeClr val="tx1"/>
            </a:solidFill>
          </a:ln>
        </p:spPr>
      </p:pic>
      <p:pic>
        <p:nvPicPr>
          <p:cNvPr id="13" name="Picture 12">
            <a:extLst>
              <a:ext uri="{FF2B5EF4-FFF2-40B4-BE49-F238E27FC236}">
                <a16:creationId xmlns:a16="http://schemas.microsoft.com/office/drawing/2014/main" id="{05E4AC7C-6E2F-94EE-0A16-80D307A0B801}"/>
              </a:ext>
            </a:extLst>
          </p:cNvPr>
          <p:cNvPicPr>
            <a:picLocks noChangeAspect="1"/>
          </p:cNvPicPr>
          <p:nvPr/>
        </p:nvPicPr>
        <p:blipFill>
          <a:blip r:embed="rId3"/>
          <a:stretch>
            <a:fillRect/>
          </a:stretch>
        </p:blipFill>
        <p:spPr>
          <a:xfrm>
            <a:off x="6478793" y="1844939"/>
            <a:ext cx="4263614" cy="2506524"/>
          </a:xfrm>
          <a:prstGeom prst="rect">
            <a:avLst/>
          </a:prstGeom>
          <a:ln>
            <a:solidFill>
              <a:schemeClr val="tx1"/>
            </a:solidFill>
          </a:ln>
        </p:spPr>
      </p:pic>
      <p:pic>
        <p:nvPicPr>
          <p:cNvPr id="15" name="Picture 14">
            <a:extLst>
              <a:ext uri="{FF2B5EF4-FFF2-40B4-BE49-F238E27FC236}">
                <a16:creationId xmlns:a16="http://schemas.microsoft.com/office/drawing/2014/main" id="{A5BAD186-EC4F-8152-C091-059B4CB729EE}"/>
              </a:ext>
            </a:extLst>
          </p:cNvPr>
          <p:cNvPicPr>
            <a:picLocks noChangeAspect="1"/>
          </p:cNvPicPr>
          <p:nvPr/>
        </p:nvPicPr>
        <p:blipFill>
          <a:blip r:embed="rId4"/>
          <a:stretch>
            <a:fillRect/>
          </a:stretch>
        </p:blipFill>
        <p:spPr>
          <a:xfrm>
            <a:off x="324653" y="3173507"/>
            <a:ext cx="5531221" cy="3263905"/>
          </a:xfrm>
          <a:prstGeom prst="rect">
            <a:avLst/>
          </a:prstGeom>
          <a:ln>
            <a:solidFill>
              <a:schemeClr val="tx1"/>
            </a:solidFill>
          </a:ln>
        </p:spPr>
      </p:pic>
      <p:sp>
        <p:nvSpPr>
          <p:cNvPr id="5" name="Footer Placeholder 4">
            <a:extLst>
              <a:ext uri="{FF2B5EF4-FFF2-40B4-BE49-F238E27FC236}">
                <a16:creationId xmlns:a16="http://schemas.microsoft.com/office/drawing/2014/main" id="{2B55311D-860F-1874-32A9-CDAB0B68F13A}"/>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19337219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57D60-8222-6C0C-61B5-7B609D69568F}"/>
              </a:ext>
            </a:extLst>
          </p:cNvPr>
          <p:cNvSpPr>
            <a:spLocks noGrp="1"/>
          </p:cNvSpPr>
          <p:nvPr>
            <p:ph type="title"/>
          </p:nvPr>
        </p:nvSpPr>
        <p:spPr>
          <a:xfrm>
            <a:off x="0" y="136525"/>
            <a:ext cx="12192000" cy="934285"/>
          </a:xfrm>
        </p:spPr>
        <p:txBody>
          <a:bodyPr>
            <a:normAutofit/>
          </a:bodyPr>
          <a:lstStyle/>
          <a:p>
            <a:pPr algn="ctr"/>
            <a:r>
              <a:rPr lang="en-GB" dirty="0"/>
              <a:t>Natural Language Processing - Sentiment analysis</a:t>
            </a:r>
          </a:p>
        </p:txBody>
      </p:sp>
      <p:sp>
        <p:nvSpPr>
          <p:cNvPr id="6" name="Slide Number Placeholder 5">
            <a:extLst>
              <a:ext uri="{FF2B5EF4-FFF2-40B4-BE49-F238E27FC236}">
                <a16:creationId xmlns:a16="http://schemas.microsoft.com/office/drawing/2014/main" id="{D3D2B610-0F11-11E0-BC9D-73232552CEBA}"/>
              </a:ext>
            </a:extLst>
          </p:cNvPr>
          <p:cNvSpPr>
            <a:spLocks noGrp="1"/>
          </p:cNvSpPr>
          <p:nvPr>
            <p:ph type="sldNum" sz="quarter" idx="12"/>
          </p:nvPr>
        </p:nvSpPr>
        <p:spPr/>
        <p:txBody>
          <a:bodyPr/>
          <a:lstStyle/>
          <a:p>
            <a:pPr rtl="0"/>
            <a:fld id="{3A98EE3D-8CD1-4C3F-BD1C-C98C9596463C}" type="slidenum">
              <a:rPr lang="en-GB" noProof="0" smtClean="0"/>
              <a:t>36</a:t>
            </a:fld>
            <a:endParaRPr lang="en-GB" noProof="0"/>
          </a:p>
        </p:txBody>
      </p:sp>
      <p:sp>
        <p:nvSpPr>
          <p:cNvPr id="11" name="Content Placeholder 3">
            <a:extLst>
              <a:ext uri="{FF2B5EF4-FFF2-40B4-BE49-F238E27FC236}">
                <a16:creationId xmlns:a16="http://schemas.microsoft.com/office/drawing/2014/main" id="{2DC61F4A-BA8C-B671-D4A8-F7DAD60DBA85}"/>
              </a:ext>
            </a:extLst>
          </p:cNvPr>
          <p:cNvSpPr txBox="1">
            <a:spLocks/>
          </p:cNvSpPr>
          <p:nvPr/>
        </p:nvSpPr>
        <p:spPr>
          <a:xfrm>
            <a:off x="6243781" y="2733964"/>
            <a:ext cx="5492285" cy="2659504"/>
          </a:xfrm>
          <a:prstGeom prst="rect">
            <a:avLst/>
          </a:prstGeom>
          <a:ln>
            <a:solidFill>
              <a:schemeClr val="tx1"/>
            </a:solid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800" dirty="0"/>
              <a:t>Process: (using </a:t>
            </a:r>
            <a:r>
              <a:rPr lang="en-GB" sz="1800" dirty="0" err="1"/>
              <a:t>Syuzhet</a:t>
            </a:r>
            <a:r>
              <a:rPr lang="en-GB" sz="1800" dirty="0"/>
              <a:t>)</a:t>
            </a:r>
          </a:p>
          <a:p>
            <a:r>
              <a:rPr lang="en-GB" sz="1800" dirty="0"/>
              <a:t>Calculate the sentiment score</a:t>
            </a:r>
          </a:p>
          <a:p>
            <a:r>
              <a:rPr lang="en-GB" sz="1800" dirty="0"/>
              <a:t>Calculate the mean sentiment score</a:t>
            </a:r>
          </a:p>
          <a:p>
            <a:r>
              <a:rPr lang="en-GB" sz="1800" dirty="0"/>
              <a:t>Extract sentiment words and polarity</a:t>
            </a:r>
          </a:p>
          <a:p>
            <a:r>
              <a:rPr lang="en-GB" sz="1800" dirty="0"/>
              <a:t>Get count of words based on polarity</a:t>
            </a:r>
          </a:p>
          <a:p>
            <a:r>
              <a:rPr lang="en-GB" sz="1800" dirty="0"/>
              <a:t>Plot the trajectory</a:t>
            </a:r>
          </a:p>
          <a:p>
            <a:r>
              <a:rPr lang="en-GB" sz="1800" dirty="0"/>
              <a:t>Get sentiment using NRC lexicon</a:t>
            </a:r>
          </a:p>
          <a:p>
            <a:r>
              <a:rPr lang="en-GB" sz="1800" dirty="0"/>
              <a:t>Plot sentiment scores</a:t>
            </a:r>
          </a:p>
          <a:p>
            <a:pPr marL="0" indent="0">
              <a:buNone/>
            </a:pPr>
            <a:endParaRPr lang="en-GB" sz="1800" dirty="0"/>
          </a:p>
          <a:p>
            <a:pPr lvl="1"/>
            <a:endParaRPr lang="en-GB" sz="1400" dirty="0"/>
          </a:p>
          <a:p>
            <a:pPr marL="457200" lvl="1" indent="0">
              <a:buNone/>
            </a:pPr>
            <a:endParaRPr lang="en-GB" sz="1400" dirty="0"/>
          </a:p>
        </p:txBody>
      </p:sp>
      <p:sp>
        <p:nvSpPr>
          <p:cNvPr id="3" name="Rectangle 2">
            <a:extLst>
              <a:ext uri="{FF2B5EF4-FFF2-40B4-BE49-F238E27FC236}">
                <a16:creationId xmlns:a16="http://schemas.microsoft.com/office/drawing/2014/main" id="{6591E3D0-0BDE-DE34-953C-47FE05C299D7}"/>
              </a:ext>
            </a:extLst>
          </p:cNvPr>
          <p:cNvSpPr/>
          <p:nvPr/>
        </p:nvSpPr>
        <p:spPr>
          <a:xfrm>
            <a:off x="0" y="0"/>
            <a:ext cx="12192000" cy="1107241"/>
          </a:xfrm>
          <a:prstGeom prst="rect">
            <a:avLst/>
          </a:prstGeom>
          <a:gradFill flip="none" rotWithShape="1">
            <a:gsLst>
              <a:gs pos="100000">
                <a:schemeClr val="accent1">
                  <a:lumMod val="20000"/>
                  <a:lumOff val="80000"/>
                  <a:alpha val="27000"/>
                </a:schemeClr>
              </a:gs>
              <a:gs pos="0">
                <a:schemeClr val="tx2">
                  <a:lumMod val="50000"/>
                  <a:lumOff val="50000"/>
                  <a:alpha val="72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a:extLst>
              <a:ext uri="{FF2B5EF4-FFF2-40B4-BE49-F238E27FC236}">
                <a16:creationId xmlns:a16="http://schemas.microsoft.com/office/drawing/2014/main" id="{1486836F-D856-0CD5-F9EE-E3AA5BA3CD93}"/>
              </a:ext>
            </a:extLst>
          </p:cNvPr>
          <p:cNvPicPr>
            <a:picLocks noChangeAspect="1"/>
          </p:cNvPicPr>
          <p:nvPr/>
        </p:nvPicPr>
        <p:blipFill>
          <a:blip r:embed="rId2"/>
          <a:stretch>
            <a:fillRect/>
          </a:stretch>
        </p:blipFill>
        <p:spPr>
          <a:xfrm>
            <a:off x="455933" y="3660245"/>
            <a:ext cx="5640067" cy="2696105"/>
          </a:xfrm>
          <a:prstGeom prst="rect">
            <a:avLst/>
          </a:prstGeom>
          <a:ln>
            <a:solidFill>
              <a:schemeClr val="tx1"/>
            </a:solidFill>
          </a:ln>
        </p:spPr>
      </p:pic>
      <p:pic>
        <p:nvPicPr>
          <p:cNvPr id="12" name="Picture 11">
            <a:extLst>
              <a:ext uri="{FF2B5EF4-FFF2-40B4-BE49-F238E27FC236}">
                <a16:creationId xmlns:a16="http://schemas.microsoft.com/office/drawing/2014/main" id="{15434763-76C1-5BD2-689D-D930C022BE05}"/>
              </a:ext>
            </a:extLst>
          </p:cNvPr>
          <p:cNvPicPr>
            <a:picLocks noChangeAspect="1"/>
          </p:cNvPicPr>
          <p:nvPr/>
        </p:nvPicPr>
        <p:blipFill>
          <a:blip r:embed="rId3"/>
          <a:stretch>
            <a:fillRect/>
          </a:stretch>
        </p:blipFill>
        <p:spPr>
          <a:xfrm>
            <a:off x="455933" y="1505527"/>
            <a:ext cx="5640067" cy="2054330"/>
          </a:xfrm>
          <a:prstGeom prst="rect">
            <a:avLst/>
          </a:prstGeom>
          <a:ln>
            <a:solidFill>
              <a:schemeClr val="tx1"/>
            </a:solidFill>
          </a:ln>
        </p:spPr>
      </p:pic>
      <p:pic>
        <p:nvPicPr>
          <p:cNvPr id="14" name="Picture 13">
            <a:extLst>
              <a:ext uri="{FF2B5EF4-FFF2-40B4-BE49-F238E27FC236}">
                <a16:creationId xmlns:a16="http://schemas.microsoft.com/office/drawing/2014/main" id="{3370FAD4-8A87-D3FD-2090-5F0D80F96762}"/>
              </a:ext>
            </a:extLst>
          </p:cNvPr>
          <p:cNvPicPr>
            <a:picLocks noChangeAspect="1"/>
          </p:cNvPicPr>
          <p:nvPr/>
        </p:nvPicPr>
        <p:blipFill rotWithShape="1">
          <a:blip r:embed="rId4"/>
          <a:srcRect l="1404"/>
          <a:stretch/>
        </p:blipFill>
        <p:spPr>
          <a:xfrm>
            <a:off x="6243781" y="1505527"/>
            <a:ext cx="5492286" cy="1137196"/>
          </a:xfrm>
          <a:prstGeom prst="rect">
            <a:avLst/>
          </a:prstGeom>
          <a:ln>
            <a:solidFill>
              <a:schemeClr val="tx1"/>
            </a:solidFill>
          </a:ln>
        </p:spPr>
      </p:pic>
      <p:sp>
        <p:nvSpPr>
          <p:cNvPr id="17" name="Content Placeholder 3">
            <a:extLst>
              <a:ext uri="{FF2B5EF4-FFF2-40B4-BE49-F238E27FC236}">
                <a16:creationId xmlns:a16="http://schemas.microsoft.com/office/drawing/2014/main" id="{D9B1750E-2E07-9C71-77C4-51E80EE3CD74}"/>
              </a:ext>
            </a:extLst>
          </p:cNvPr>
          <p:cNvSpPr txBox="1">
            <a:spLocks/>
          </p:cNvSpPr>
          <p:nvPr/>
        </p:nvSpPr>
        <p:spPr>
          <a:xfrm>
            <a:off x="6243780" y="5429899"/>
            <a:ext cx="5492285" cy="926451"/>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800" dirty="0"/>
              <a:t>The sentiment scores do vary although the positive associations do have a higher count. This is further confirmed by the overall positive score in the plot.</a:t>
            </a:r>
          </a:p>
          <a:p>
            <a:pPr lvl="1"/>
            <a:endParaRPr lang="en-GB" sz="1400" dirty="0"/>
          </a:p>
          <a:p>
            <a:pPr marL="457200" lvl="1" indent="0">
              <a:buNone/>
            </a:pPr>
            <a:endParaRPr lang="en-GB" sz="1400" dirty="0"/>
          </a:p>
        </p:txBody>
      </p:sp>
      <p:sp>
        <p:nvSpPr>
          <p:cNvPr id="18" name="TextBox 17">
            <a:extLst>
              <a:ext uri="{FF2B5EF4-FFF2-40B4-BE49-F238E27FC236}">
                <a16:creationId xmlns:a16="http://schemas.microsoft.com/office/drawing/2014/main" id="{90861D18-39C4-502A-07AE-04060B1DFE9E}"/>
              </a:ext>
            </a:extLst>
          </p:cNvPr>
          <p:cNvSpPr txBox="1"/>
          <p:nvPr/>
        </p:nvSpPr>
        <p:spPr>
          <a:xfrm>
            <a:off x="1065276" y="1107241"/>
            <a:ext cx="10357007" cy="646331"/>
          </a:xfrm>
          <a:prstGeom prst="rect">
            <a:avLst/>
          </a:prstGeom>
          <a:noFill/>
        </p:spPr>
        <p:txBody>
          <a:bodyPr wrap="square" rtlCol="0">
            <a:spAutoFit/>
          </a:bodyPr>
          <a:lstStyle/>
          <a:p>
            <a:r>
              <a:rPr lang="en-GB" dirty="0"/>
              <a:t>Sentiment analysis helps management understand how the staff may be feeling about the organisation.</a:t>
            </a:r>
          </a:p>
          <a:p>
            <a:endParaRPr lang="en-GB" dirty="0"/>
          </a:p>
        </p:txBody>
      </p:sp>
      <p:sp>
        <p:nvSpPr>
          <p:cNvPr id="20" name="Footer Placeholder 19">
            <a:extLst>
              <a:ext uri="{FF2B5EF4-FFF2-40B4-BE49-F238E27FC236}">
                <a16:creationId xmlns:a16="http://schemas.microsoft.com/office/drawing/2014/main" id="{19CEF045-6FDF-9E80-9178-D20FA9B09889}"/>
              </a:ext>
            </a:extLst>
          </p:cNvPr>
          <p:cNvSpPr>
            <a:spLocks noGrp="1"/>
          </p:cNvSpPr>
          <p:nvPr>
            <p:ph type="ftr" sz="quarter" idx="11"/>
          </p:nvPr>
        </p:nvSpPr>
        <p:spPr/>
        <p:txBody>
          <a:bodyPr/>
          <a:lstStyle/>
          <a:p>
            <a:pPr rtl="0"/>
            <a:r>
              <a:rPr lang="en-GB" noProof="0"/>
              <a:t>Gary Schulze 2024</a:t>
            </a:r>
          </a:p>
        </p:txBody>
      </p:sp>
    </p:spTree>
    <p:extLst>
      <p:ext uri="{BB962C8B-B14F-4D97-AF65-F5344CB8AC3E}">
        <p14:creationId xmlns:p14="http://schemas.microsoft.com/office/powerpoint/2010/main" val="25046293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AC368-E9BD-4EC4-9A06-80317CCFBA3E}"/>
              </a:ext>
            </a:extLst>
          </p:cNvPr>
          <p:cNvSpPr>
            <a:spLocks noGrp="1"/>
          </p:cNvSpPr>
          <p:nvPr>
            <p:ph type="title"/>
          </p:nvPr>
        </p:nvSpPr>
        <p:spPr>
          <a:xfrm>
            <a:off x="3342409" y="573665"/>
            <a:ext cx="5507182" cy="817130"/>
          </a:xfrm>
        </p:spPr>
        <p:txBody>
          <a:bodyPr rtlCol="0"/>
          <a:lstStyle/>
          <a:p>
            <a:pPr algn="ctr" rtl="0"/>
            <a:r>
              <a:rPr lang="en-GB" dirty="0"/>
              <a:t>Conclusion</a:t>
            </a:r>
          </a:p>
        </p:txBody>
      </p:sp>
      <p:sp>
        <p:nvSpPr>
          <p:cNvPr id="8" name="Slide Number Placeholder 7">
            <a:extLst>
              <a:ext uri="{FF2B5EF4-FFF2-40B4-BE49-F238E27FC236}">
                <a16:creationId xmlns:a16="http://schemas.microsoft.com/office/drawing/2014/main" id="{8897BF9A-AF19-4A73-9226-CCCAF4B88092}"/>
              </a:ext>
            </a:extLst>
          </p:cNvPr>
          <p:cNvSpPr>
            <a:spLocks noGrp="1"/>
          </p:cNvSpPr>
          <p:nvPr>
            <p:ph type="sldNum" sz="quarter" idx="12"/>
          </p:nvPr>
        </p:nvSpPr>
        <p:spPr/>
        <p:txBody>
          <a:bodyPr rtlCol="0"/>
          <a:lstStyle/>
          <a:p>
            <a:pPr rtl="0"/>
            <a:fld id="{3A98EE3D-8CD1-4C3F-BD1C-C98C9596463C}" type="slidenum">
              <a:rPr lang="en-GB" smtClean="0"/>
              <a:pPr rtl="0"/>
              <a:t>37</a:t>
            </a:fld>
            <a:endParaRPr lang="en-GB" dirty="0"/>
          </a:p>
        </p:txBody>
      </p:sp>
      <p:sp>
        <p:nvSpPr>
          <p:cNvPr id="9" name="Content Placeholder 8">
            <a:extLst>
              <a:ext uri="{FF2B5EF4-FFF2-40B4-BE49-F238E27FC236}">
                <a16:creationId xmlns:a16="http://schemas.microsoft.com/office/drawing/2014/main" id="{1F7A4189-8ECB-EA79-6FD3-967B1C627082}"/>
              </a:ext>
            </a:extLst>
          </p:cNvPr>
          <p:cNvSpPr>
            <a:spLocks noGrp="1"/>
          </p:cNvSpPr>
          <p:nvPr>
            <p:ph idx="1"/>
          </p:nvPr>
        </p:nvSpPr>
        <p:spPr>
          <a:xfrm>
            <a:off x="838200" y="1570182"/>
            <a:ext cx="10515600" cy="4606781"/>
          </a:xfrm>
        </p:spPr>
        <p:txBody>
          <a:bodyPr>
            <a:normAutofit fontScale="92500" lnSpcReduction="10000"/>
          </a:bodyPr>
          <a:lstStyle/>
          <a:p>
            <a:pPr marL="0" indent="0">
              <a:buNone/>
            </a:pPr>
            <a:r>
              <a:rPr lang="en-GB" dirty="0"/>
              <a:t>Machine learning provides and indispensable role in understanding the intricate workforce dynamics that drive employee attrition. Utilising predictive modelling, we have been able to identify crucial factors affecting attrition and the ability to predict turnover within an organisation. </a:t>
            </a:r>
          </a:p>
          <a:p>
            <a:pPr marL="0" indent="0">
              <a:buNone/>
            </a:pPr>
            <a:r>
              <a:rPr lang="en-GB" dirty="0"/>
              <a:t>The effectiveness of the models used in this analysis are further validated by the impressive AUC scores in the ROC analysis.</a:t>
            </a:r>
          </a:p>
          <a:p>
            <a:pPr marL="0" indent="0">
              <a:buNone/>
            </a:pPr>
            <a:r>
              <a:rPr lang="en-GB" dirty="0"/>
              <a:t>The sensitivity and accuracy scores further add weight to the effectiveness of the model.</a:t>
            </a:r>
          </a:p>
          <a:p>
            <a:pPr marL="0" indent="0">
              <a:buNone/>
            </a:pPr>
            <a:r>
              <a:rPr lang="en-GB" dirty="0"/>
              <a:t>The model provides the organisation with the opportunity to identify areas that are more likely to drive attrition, such as monthly salary, hourly rate and distance from home, and to focus on improving these areas and in so doing, reduce attrition.</a:t>
            </a:r>
          </a:p>
        </p:txBody>
      </p:sp>
      <p:sp>
        <p:nvSpPr>
          <p:cNvPr id="11" name="Footer Placeholder 10">
            <a:extLst>
              <a:ext uri="{FF2B5EF4-FFF2-40B4-BE49-F238E27FC236}">
                <a16:creationId xmlns:a16="http://schemas.microsoft.com/office/drawing/2014/main" id="{394C2A14-38CD-691B-C36D-89C04EB47B9B}"/>
              </a:ext>
            </a:extLst>
          </p:cNvPr>
          <p:cNvSpPr>
            <a:spLocks noGrp="1"/>
          </p:cNvSpPr>
          <p:nvPr>
            <p:ph type="ftr" sz="quarter" idx="11"/>
          </p:nvPr>
        </p:nvSpPr>
        <p:spPr/>
        <p:txBody>
          <a:bodyPr/>
          <a:lstStyle/>
          <a:p>
            <a:pPr rtl="0"/>
            <a:r>
              <a:rPr lang="en-GB" noProof="0" dirty="0">
                <a:solidFill>
                  <a:schemeClr val="bg1">
                    <a:lumMod val="65000"/>
                  </a:schemeClr>
                </a:solidFill>
              </a:rPr>
              <a:t>Gary Schulze 2024</a:t>
            </a:r>
          </a:p>
        </p:txBody>
      </p:sp>
    </p:spTree>
    <p:extLst>
      <p:ext uri="{BB962C8B-B14F-4D97-AF65-F5344CB8AC3E}">
        <p14:creationId xmlns:p14="http://schemas.microsoft.com/office/powerpoint/2010/main" val="36430729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AF71F79-8D13-4C55-9450-609041DE5A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E4B1648-C213-44D3-9464-4287A4D41EE0}">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296B531D-03AC-47F6-A16F-C6773C191BBB}">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
  <TotalTime>39072</TotalTime>
  <Words>2606</Words>
  <Application>Microsoft Office PowerPoint</Application>
  <PresentationFormat>Widescreen</PresentationFormat>
  <Paragraphs>326</Paragraphs>
  <Slides>37</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Aptos</vt:lpstr>
      <vt:lpstr>Aptos Display</vt:lpstr>
      <vt:lpstr>Arial</vt:lpstr>
      <vt:lpstr>Calibri</vt:lpstr>
      <vt:lpstr>Wingdings</vt:lpstr>
      <vt:lpstr>Office Theme</vt:lpstr>
      <vt:lpstr>HR Attrition Project</vt:lpstr>
      <vt:lpstr>Introduction</vt:lpstr>
      <vt:lpstr>Consequences of high attrition</vt:lpstr>
      <vt:lpstr>Phase 1- Data management</vt:lpstr>
      <vt:lpstr>Data Snapshot </vt:lpstr>
      <vt:lpstr>PowerPoint Presentation</vt:lpstr>
      <vt:lpstr>Visualize – Initial interpretation</vt:lpstr>
      <vt:lpstr>Visualize – initial interpretation</vt:lpstr>
      <vt:lpstr>Phase 2 – Descriptive statistics and data visualization</vt:lpstr>
      <vt:lpstr>Visualize – Box Whisker plots</vt:lpstr>
      <vt:lpstr>Visualize – Box Whisker plots</vt:lpstr>
      <vt:lpstr>Attrition rate tables</vt:lpstr>
      <vt:lpstr>Attrition rate – Analysis by Job role</vt:lpstr>
      <vt:lpstr>Attrition rate – Job role</vt:lpstr>
      <vt:lpstr>Attrition rate – Work Life Balance</vt:lpstr>
      <vt:lpstr>Attrition rate – Work Life Balance – Job Role</vt:lpstr>
      <vt:lpstr>Attrition rate – Work Life Balance – Laboratory Technicians</vt:lpstr>
      <vt:lpstr>Attrition – Averages</vt:lpstr>
      <vt:lpstr>Attrition – Averages</vt:lpstr>
      <vt:lpstr>Attrition rates – Heatmap</vt:lpstr>
      <vt:lpstr>Power BI dashboard</vt:lpstr>
      <vt:lpstr>Power BI Dashboard – Attrition summary</vt:lpstr>
      <vt:lpstr>Power BI Dashboard – Demographic and education</vt:lpstr>
      <vt:lpstr>Power BI Dashboard – Employment summary</vt:lpstr>
      <vt:lpstr>Power BI Dashboard – Decomposition tree</vt:lpstr>
      <vt:lpstr>Power BI Dashboard – Summary table</vt:lpstr>
      <vt:lpstr>Project Flow – Phase 3 – Predictive modelling</vt:lpstr>
      <vt:lpstr>Binary Logistic Regression model</vt:lpstr>
      <vt:lpstr>Naïve Bayes model</vt:lpstr>
      <vt:lpstr>Support Vector Machines</vt:lpstr>
      <vt:lpstr>Decision Tree – Classification Tree</vt:lpstr>
      <vt:lpstr>Neural Network</vt:lpstr>
      <vt:lpstr>K-Nearest Neighbours</vt:lpstr>
      <vt:lpstr>Project Flow – Phase 4 – Text mining and sentiment analysis</vt:lpstr>
      <vt:lpstr>Text mining</vt:lpstr>
      <vt:lpstr>Natural Language Processing - Sentiment analysis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 Attrition Project</dc:title>
  <dc:creator>SCHULZE, Gary (ROYAL FREE LONDON NHS FOUNDATION TRUST)</dc:creator>
  <cp:lastModifiedBy>Gary Schulze</cp:lastModifiedBy>
  <cp:revision>32</cp:revision>
  <dcterms:created xsi:type="dcterms:W3CDTF">2024-04-13T06:54:49Z</dcterms:created>
  <dcterms:modified xsi:type="dcterms:W3CDTF">2024-07-05T18:32:41Z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